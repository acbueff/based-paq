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0391775" cy="61372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8AAE4"/>
    <a:srgbClr val="AFCBEC"/>
    <a:srgbClr val="3679D2"/>
    <a:srgbClr val="E2E7EC"/>
    <a:srgbClr val="0B927B"/>
    <a:srgbClr val="2F74D0"/>
    <a:srgbClr val="E7F0FC"/>
    <a:srgbClr val="77AAE4"/>
    <a:srgbClr val="CFE1F6"/>
    <a:srgbClr val="E69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9" autoAdjust="0"/>
    <p:restoredTop sz="94660"/>
  </p:normalViewPr>
  <p:slideViewPr>
    <p:cSldViewPr snapToGrid="0">
      <p:cViewPr>
        <p:scale>
          <a:sx n="150" d="100"/>
          <a:sy n="150" d="100"/>
        </p:scale>
        <p:origin x="1296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8972" y="1004411"/>
            <a:ext cx="7793831" cy="2136681"/>
          </a:xfrm>
        </p:spPr>
        <p:txBody>
          <a:bodyPr anchor="b"/>
          <a:lstStyle>
            <a:lvl1pPr algn="ctr">
              <a:defRPr sz="511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8972" y="3223490"/>
            <a:ext cx="7793831" cy="1481754"/>
          </a:xfrm>
        </p:spPr>
        <p:txBody>
          <a:bodyPr/>
          <a:lstStyle>
            <a:lvl1pPr marL="0" indent="0" algn="ctr">
              <a:buNone/>
              <a:defRPr sz="2046"/>
            </a:lvl1pPr>
            <a:lvl2pPr marL="389672" indent="0" algn="ctr">
              <a:buNone/>
              <a:defRPr sz="1705"/>
            </a:lvl2pPr>
            <a:lvl3pPr marL="779343" indent="0" algn="ctr">
              <a:buNone/>
              <a:defRPr sz="1534"/>
            </a:lvl3pPr>
            <a:lvl4pPr marL="1169015" indent="0" algn="ctr">
              <a:buNone/>
              <a:defRPr sz="1364"/>
            </a:lvl4pPr>
            <a:lvl5pPr marL="1558686" indent="0" algn="ctr">
              <a:buNone/>
              <a:defRPr sz="1364"/>
            </a:lvl5pPr>
            <a:lvl6pPr marL="1948358" indent="0" algn="ctr">
              <a:buNone/>
              <a:defRPr sz="1364"/>
            </a:lvl6pPr>
            <a:lvl7pPr marL="2338029" indent="0" algn="ctr">
              <a:buNone/>
              <a:defRPr sz="1364"/>
            </a:lvl7pPr>
            <a:lvl8pPr marL="2727701" indent="0" algn="ctr">
              <a:buNone/>
              <a:defRPr sz="1364"/>
            </a:lvl8pPr>
            <a:lvl9pPr marL="3117372" indent="0" algn="ctr">
              <a:buNone/>
              <a:defRPr sz="1364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0EDCB-CFCB-41B1-AEA3-8FCCB6C6506B}" type="datetimeFigureOut">
              <a:rPr lang="zh-CN" altLang="en-US" smtClean="0"/>
              <a:t>2026/7/24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65C15-7DE1-4478-A043-0E26600663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9699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0EDCB-CFCB-41B1-AEA3-8FCCB6C6506B}" type="datetimeFigureOut">
              <a:rPr lang="zh-CN" altLang="en-US" smtClean="0"/>
              <a:t>2026/7/24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65C15-7DE1-4478-A043-0E26600663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2342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9022" y="1530058"/>
            <a:ext cx="8962906" cy="2552935"/>
          </a:xfrm>
        </p:spPr>
        <p:txBody>
          <a:bodyPr anchor="b"/>
          <a:lstStyle>
            <a:lvl1pPr>
              <a:defRPr sz="511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9022" y="4107145"/>
            <a:ext cx="8962906" cy="1342528"/>
          </a:xfrm>
        </p:spPr>
        <p:txBody>
          <a:bodyPr/>
          <a:lstStyle>
            <a:lvl1pPr marL="0" indent="0">
              <a:buNone/>
              <a:defRPr sz="2046">
                <a:solidFill>
                  <a:schemeClr val="tx1">
                    <a:tint val="82000"/>
                  </a:schemeClr>
                </a:solidFill>
              </a:defRPr>
            </a:lvl1pPr>
            <a:lvl2pPr marL="389672" indent="0">
              <a:buNone/>
              <a:defRPr sz="1705">
                <a:solidFill>
                  <a:schemeClr val="tx1">
                    <a:tint val="82000"/>
                  </a:schemeClr>
                </a:solidFill>
              </a:defRPr>
            </a:lvl2pPr>
            <a:lvl3pPr marL="779343" indent="0">
              <a:buNone/>
              <a:defRPr sz="1534">
                <a:solidFill>
                  <a:schemeClr val="tx1">
                    <a:tint val="82000"/>
                  </a:schemeClr>
                </a:solidFill>
              </a:defRPr>
            </a:lvl3pPr>
            <a:lvl4pPr marL="1169015" indent="0">
              <a:buNone/>
              <a:defRPr sz="1364">
                <a:solidFill>
                  <a:schemeClr val="tx1">
                    <a:tint val="82000"/>
                  </a:schemeClr>
                </a:solidFill>
              </a:defRPr>
            </a:lvl4pPr>
            <a:lvl5pPr marL="1558686" indent="0">
              <a:buNone/>
              <a:defRPr sz="1364">
                <a:solidFill>
                  <a:schemeClr val="tx1">
                    <a:tint val="82000"/>
                  </a:schemeClr>
                </a:solidFill>
              </a:defRPr>
            </a:lvl5pPr>
            <a:lvl6pPr marL="1948358" indent="0">
              <a:buNone/>
              <a:defRPr sz="1364">
                <a:solidFill>
                  <a:schemeClr val="tx1">
                    <a:tint val="82000"/>
                  </a:schemeClr>
                </a:solidFill>
              </a:defRPr>
            </a:lvl6pPr>
            <a:lvl7pPr marL="2338029" indent="0">
              <a:buNone/>
              <a:defRPr sz="1364">
                <a:solidFill>
                  <a:schemeClr val="tx1">
                    <a:tint val="82000"/>
                  </a:schemeClr>
                </a:solidFill>
              </a:defRPr>
            </a:lvl7pPr>
            <a:lvl8pPr marL="2727701" indent="0">
              <a:buNone/>
              <a:defRPr sz="1364">
                <a:solidFill>
                  <a:schemeClr val="tx1">
                    <a:tint val="82000"/>
                  </a:schemeClr>
                </a:solidFill>
              </a:defRPr>
            </a:lvl8pPr>
            <a:lvl9pPr marL="3117372" indent="0">
              <a:buNone/>
              <a:defRPr sz="136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0EDCB-CFCB-41B1-AEA3-8FCCB6C6506B}" type="datetimeFigureOut">
              <a:rPr lang="zh-CN" altLang="en-US" smtClean="0"/>
              <a:t>2026/7/24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65C15-7DE1-4478-A043-0E26600663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9038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4435" y="1633765"/>
            <a:ext cx="4416504" cy="389404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836" y="1633765"/>
            <a:ext cx="4416504" cy="389404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0EDCB-CFCB-41B1-AEA3-8FCCB6C6506B}" type="datetimeFigureOut">
              <a:rPr lang="zh-CN" altLang="en-US" smtClean="0"/>
              <a:t>2026/7/24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65C15-7DE1-4478-A043-0E26600663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2050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5788" y="326754"/>
            <a:ext cx="8962906" cy="118625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5788" y="1504485"/>
            <a:ext cx="4396208" cy="737325"/>
          </a:xfrm>
        </p:spPr>
        <p:txBody>
          <a:bodyPr anchor="b"/>
          <a:lstStyle>
            <a:lvl1pPr marL="0" indent="0">
              <a:buNone/>
              <a:defRPr sz="2046" b="1"/>
            </a:lvl1pPr>
            <a:lvl2pPr marL="389672" indent="0">
              <a:buNone/>
              <a:defRPr sz="1705" b="1"/>
            </a:lvl2pPr>
            <a:lvl3pPr marL="779343" indent="0">
              <a:buNone/>
              <a:defRPr sz="1534" b="1"/>
            </a:lvl3pPr>
            <a:lvl4pPr marL="1169015" indent="0">
              <a:buNone/>
              <a:defRPr sz="1364" b="1"/>
            </a:lvl4pPr>
            <a:lvl5pPr marL="1558686" indent="0">
              <a:buNone/>
              <a:defRPr sz="1364" b="1"/>
            </a:lvl5pPr>
            <a:lvl6pPr marL="1948358" indent="0">
              <a:buNone/>
              <a:defRPr sz="1364" b="1"/>
            </a:lvl6pPr>
            <a:lvl7pPr marL="2338029" indent="0">
              <a:buNone/>
              <a:defRPr sz="1364" b="1"/>
            </a:lvl7pPr>
            <a:lvl8pPr marL="2727701" indent="0">
              <a:buNone/>
              <a:defRPr sz="1364" b="1"/>
            </a:lvl8pPr>
            <a:lvl9pPr marL="3117372" indent="0">
              <a:buNone/>
              <a:defRPr sz="136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5788" y="2241810"/>
            <a:ext cx="4396208" cy="329736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60836" y="1504485"/>
            <a:ext cx="4417858" cy="737325"/>
          </a:xfrm>
        </p:spPr>
        <p:txBody>
          <a:bodyPr anchor="b"/>
          <a:lstStyle>
            <a:lvl1pPr marL="0" indent="0">
              <a:buNone/>
              <a:defRPr sz="2046" b="1"/>
            </a:lvl1pPr>
            <a:lvl2pPr marL="389672" indent="0">
              <a:buNone/>
              <a:defRPr sz="1705" b="1"/>
            </a:lvl2pPr>
            <a:lvl3pPr marL="779343" indent="0">
              <a:buNone/>
              <a:defRPr sz="1534" b="1"/>
            </a:lvl3pPr>
            <a:lvl4pPr marL="1169015" indent="0">
              <a:buNone/>
              <a:defRPr sz="1364" b="1"/>
            </a:lvl4pPr>
            <a:lvl5pPr marL="1558686" indent="0">
              <a:buNone/>
              <a:defRPr sz="1364" b="1"/>
            </a:lvl5pPr>
            <a:lvl6pPr marL="1948358" indent="0">
              <a:buNone/>
              <a:defRPr sz="1364" b="1"/>
            </a:lvl6pPr>
            <a:lvl7pPr marL="2338029" indent="0">
              <a:buNone/>
              <a:defRPr sz="1364" b="1"/>
            </a:lvl7pPr>
            <a:lvl8pPr marL="2727701" indent="0">
              <a:buNone/>
              <a:defRPr sz="1364" b="1"/>
            </a:lvl8pPr>
            <a:lvl9pPr marL="3117372" indent="0">
              <a:buNone/>
              <a:defRPr sz="136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60836" y="2241810"/>
            <a:ext cx="4417858" cy="329736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0EDCB-CFCB-41B1-AEA3-8FCCB6C6506B}" type="datetimeFigureOut">
              <a:rPr lang="zh-CN" altLang="en-US" smtClean="0"/>
              <a:t>2026/7/24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65C15-7DE1-4478-A043-0E26600663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5087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0EDCB-CFCB-41B1-AEA3-8FCCB6C6506B}" type="datetimeFigureOut">
              <a:rPr lang="zh-CN" altLang="en-US" smtClean="0"/>
              <a:t>2026/7/24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65C15-7DE1-4478-A043-0E26600663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2843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0EDCB-CFCB-41B1-AEA3-8FCCB6C6506B}" type="datetimeFigureOut">
              <a:rPr lang="zh-CN" altLang="en-US" smtClean="0"/>
              <a:t>2026/7/24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65C15-7DE1-4478-A043-0E26600663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9739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5788" y="409152"/>
            <a:ext cx="3351618" cy="1432031"/>
          </a:xfrm>
        </p:spPr>
        <p:txBody>
          <a:bodyPr anchor="b"/>
          <a:lstStyle>
            <a:lvl1pPr>
              <a:defRPr sz="272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7858" y="883654"/>
            <a:ext cx="5260836" cy="4361443"/>
          </a:xfrm>
        </p:spPr>
        <p:txBody>
          <a:bodyPr/>
          <a:lstStyle>
            <a:lvl1pPr>
              <a:defRPr sz="2727"/>
            </a:lvl1pPr>
            <a:lvl2pPr>
              <a:defRPr sz="2386"/>
            </a:lvl2pPr>
            <a:lvl3pPr>
              <a:defRPr sz="2046"/>
            </a:lvl3pPr>
            <a:lvl4pPr>
              <a:defRPr sz="1705"/>
            </a:lvl4pPr>
            <a:lvl5pPr>
              <a:defRPr sz="1705"/>
            </a:lvl5pPr>
            <a:lvl6pPr>
              <a:defRPr sz="1705"/>
            </a:lvl6pPr>
            <a:lvl7pPr>
              <a:defRPr sz="1705"/>
            </a:lvl7pPr>
            <a:lvl8pPr>
              <a:defRPr sz="1705"/>
            </a:lvl8pPr>
            <a:lvl9pPr>
              <a:defRPr sz="170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5788" y="1841183"/>
            <a:ext cx="3351618" cy="3411018"/>
          </a:xfrm>
        </p:spPr>
        <p:txBody>
          <a:bodyPr/>
          <a:lstStyle>
            <a:lvl1pPr marL="0" indent="0">
              <a:buNone/>
              <a:defRPr sz="1364"/>
            </a:lvl1pPr>
            <a:lvl2pPr marL="389672" indent="0">
              <a:buNone/>
              <a:defRPr sz="1193"/>
            </a:lvl2pPr>
            <a:lvl3pPr marL="779343" indent="0">
              <a:buNone/>
              <a:defRPr sz="1023"/>
            </a:lvl3pPr>
            <a:lvl4pPr marL="1169015" indent="0">
              <a:buNone/>
              <a:defRPr sz="852"/>
            </a:lvl4pPr>
            <a:lvl5pPr marL="1558686" indent="0">
              <a:buNone/>
              <a:defRPr sz="852"/>
            </a:lvl5pPr>
            <a:lvl6pPr marL="1948358" indent="0">
              <a:buNone/>
              <a:defRPr sz="852"/>
            </a:lvl6pPr>
            <a:lvl7pPr marL="2338029" indent="0">
              <a:buNone/>
              <a:defRPr sz="852"/>
            </a:lvl7pPr>
            <a:lvl8pPr marL="2727701" indent="0">
              <a:buNone/>
              <a:defRPr sz="852"/>
            </a:lvl8pPr>
            <a:lvl9pPr marL="3117372" indent="0">
              <a:buNone/>
              <a:defRPr sz="85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0EDCB-CFCB-41B1-AEA3-8FCCB6C6506B}" type="datetimeFigureOut">
              <a:rPr lang="zh-CN" altLang="en-US" smtClean="0"/>
              <a:t>2026/7/24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65C15-7DE1-4478-A043-0E26600663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2904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5788" y="409152"/>
            <a:ext cx="3351618" cy="1432031"/>
          </a:xfrm>
        </p:spPr>
        <p:txBody>
          <a:bodyPr anchor="b"/>
          <a:lstStyle>
            <a:lvl1pPr>
              <a:defRPr sz="272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17858" y="883654"/>
            <a:ext cx="5260836" cy="4361443"/>
          </a:xfrm>
        </p:spPr>
        <p:txBody>
          <a:bodyPr anchor="t"/>
          <a:lstStyle>
            <a:lvl1pPr marL="0" indent="0">
              <a:buNone/>
              <a:defRPr sz="2727"/>
            </a:lvl1pPr>
            <a:lvl2pPr marL="389672" indent="0">
              <a:buNone/>
              <a:defRPr sz="2386"/>
            </a:lvl2pPr>
            <a:lvl3pPr marL="779343" indent="0">
              <a:buNone/>
              <a:defRPr sz="2046"/>
            </a:lvl3pPr>
            <a:lvl4pPr marL="1169015" indent="0">
              <a:buNone/>
              <a:defRPr sz="1705"/>
            </a:lvl4pPr>
            <a:lvl5pPr marL="1558686" indent="0">
              <a:buNone/>
              <a:defRPr sz="1705"/>
            </a:lvl5pPr>
            <a:lvl6pPr marL="1948358" indent="0">
              <a:buNone/>
              <a:defRPr sz="1705"/>
            </a:lvl6pPr>
            <a:lvl7pPr marL="2338029" indent="0">
              <a:buNone/>
              <a:defRPr sz="1705"/>
            </a:lvl7pPr>
            <a:lvl8pPr marL="2727701" indent="0">
              <a:buNone/>
              <a:defRPr sz="1705"/>
            </a:lvl8pPr>
            <a:lvl9pPr marL="3117372" indent="0">
              <a:buNone/>
              <a:defRPr sz="170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5788" y="1841183"/>
            <a:ext cx="3351618" cy="3411018"/>
          </a:xfrm>
        </p:spPr>
        <p:txBody>
          <a:bodyPr/>
          <a:lstStyle>
            <a:lvl1pPr marL="0" indent="0">
              <a:buNone/>
              <a:defRPr sz="1364"/>
            </a:lvl1pPr>
            <a:lvl2pPr marL="389672" indent="0">
              <a:buNone/>
              <a:defRPr sz="1193"/>
            </a:lvl2pPr>
            <a:lvl3pPr marL="779343" indent="0">
              <a:buNone/>
              <a:defRPr sz="1023"/>
            </a:lvl3pPr>
            <a:lvl4pPr marL="1169015" indent="0">
              <a:buNone/>
              <a:defRPr sz="852"/>
            </a:lvl4pPr>
            <a:lvl5pPr marL="1558686" indent="0">
              <a:buNone/>
              <a:defRPr sz="852"/>
            </a:lvl5pPr>
            <a:lvl6pPr marL="1948358" indent="0">
              <a:buNone/>
              <a:defRPr sz="852"/>
            </a:lvl6pPr>
            <a:lvl7pPr marL="2338029" indent="0">
              <a:buNone/>
              <a:defRPr sz="852"/>
            </a:lvl7pPr>
            <a:lvl8pPr marL="2727701" indent="0">
              <a:buNone/>
              <a:defRPr sz="852"/>
            </a:lvl8pPr>
            <a:lvl9pPr marL="3117372" indent="0">
              <a:buNone/>
              <a:defRPr sz="85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0EDCB-CFCB-41B1-AEA3-8FCCB6C6506B}" type="datetimeFigureOut">
              <a:rPr lang="zh-CN" altLang="en-US" smtClean="0"/>
              <a:t>2026/7/24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65C15-7DE1-4478-A043-0E26600663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931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0EDCB-CFCB-41B1-AEA3-8FCCB6C6506B}" type="datetimeFigureOut">
              <a:rPr lang="zh-CN" altLang="en-US" smtClean="0"/>
              <a:t>2026/7/24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65C15-7DE1-4478-A043-0E26600663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5183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36614" y="326753"/>
            <a:ext cx="2240726" cy="520105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14435" y="326753"/>
            <a:ext cx="6592282" cy="520105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0EDCB-CFCB-41B1-AEA3-8FCCB6C6506B}" type="datetimeFigureOut">
              <a:rPr lang="zh-CN" altLang="en-US" smtClean="0"/>
              <a:t>2026/7/24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65C15-7DE1-4478-A043-0E26600663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6947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4435" y="326754"/>
            <a:ext cx="8962906" cy="11862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4435" y="1633765"/>
            <a:ext cx="8962906" cy="3894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4435" y="5688345"/>
            <a:ext cx="2338149" cy="3267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80EDCB-CFCB-41B1-AEA3-8FCCB6C6506B}" type="datetimeFigureOut">
              <a:rPr lang="zh-CN" altLang="en-US" smtClean="0"/>
              <a:t>2026/7/24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42276" y="5688345"/>
            <a:ext cx="3507224" cy="3267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39191" y="5688345"/>
            <a:ext cx="2338149" cy="3267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965C15-7DE1-4478-A043-0E26600663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1445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9343" rtl="0" eaLnBrk="1" latinLnBrk="0" hangingPunct="1">
        <a:lnSpc>
          <a:spcPct val="90000"/>
        </a:lnSpc>
        <a:spcBef>
          <a:spcPct val="0"/>
        </a:spcBef>
        <a:buNone/>
        <a:defRPr sz="37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836" indent="-194836" algn="l" defTabSz="779343" rtl="0" eaLnBrk="1" latinLnBrk="0" hangingPunct="1">
        <a:lnSpc>
          <a:spcPct val="90000"/>
        </a:lnSpc>
        <a:spcBef>
          <a:spcPts val="852"/>
        </a:spcBef>
        <a:buFont typeface="Arial" panose="020B0604020202020204" pitchFamily="34" charset="0"/>
        <a:buChar char="•"/>
        <a:defRPr sz="2386" kern="1200">
          <a:solidFill>
            <a:schemeClr val="tx1"/>
          </a:solidFill>
          <a:latin typeface="+mn-lt"/>
          <a:ea typeface="+mn-ea"/>
          <a:cs typeface="+mn-cs"/>
        </a:defRPr>
      </a:lvl1pPr>
      <a:lvl2pPr marL="584507" indent="-194836" algn="l" defTabSz="779343" rtl="0" eaLnBrk="1" latinLnBrk="0" hangingPunct="1">
        <a:lnSpc>
          <a:spcPct val="90000"/>
        </a:lnSpc>
        <a:spcBef>
          <a:spcPts val="426"/>
        </a:spcBef>
        <a:buFont typeface="Arial" panose="020B0604020202020204" pitchFamily="34" charset="0"/>
        <a:buChar char="•"/>
        <a:defRPr sz="2046" kern="1200">
          <a:solidFill>
            <a:schemeClr val="tx1"/>
          </a:solidFill>
          <a:latin typeface="+mn-lt"/>
          <a:ea typeface="+mn-ea"/>
          <a:cs typeface="+mn-cs"/>
        </a:defRPr>
      </a:lvl2pPr>
      <a:lvl3pPr marL="974179" indent="-194836" algn="l" defTabSz="779343" rtl="0" eaLnBrk="1" latinLnBrk="0" hangingPunct="1">
        <a:lnSpc>
          <a:spcPct val="90000"/>
        </a:lnSpc>
        <a:spcBef>
          <a:spcPts val="426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3pPr>
      <a:lvl4pPr marL="1363850" indent="-194836" algn="l" defTabSz="779343" rtl="0" eaLnBrk="1" latinLnBrk="0" hangingPunct="1">
        <a:lnSpc>
          <a:spcPct val="90000"/>
        </a:lnSpc>
        <a:spcBef>
          <a:spcPts val="426"/>
        </a:spcBef>
        <a:buFont typeface="Arial" panose="020B0604020202020204" pitchFamily="34" charset="0"/>
        <a:buChar char="•"/>
        <a:defRPr sz="1534" kern="1200">
          <a:solidFill>
            <a:schemeClr val="tx1"/>
          </a:solidFill>
          <a:latin typeface="+mn-lt"/>
          <a:ea typeface="+mn-ea"/>
          <a:cs typeface="+mn-cs"/>
        </a:defRPr>
      </a:lvl4pPr>
      <a:lvl5pPr marL="1753522" indent="-194836" algn="l" defTabSz="779343" rtl="0" eaLnBrk="1" latinLnBrk="0" hangingPunct="1">
        <a:lnSpc>
          <a:spcPct val="90000"/>
        </a:lnSpc>
        <a:spcBef>
          <a:spcPts val="426"/>
        </a:spcBef>
        <a:buFont typeface="Arial" panose="020B0604020202020204" pitchFamily="34" charset="0"/>
        <a:buChar char="•"/>
        <a:defRPr sz="1534" kern="1200">
          <a:solidFill>
            <a:schemeClr val="tx1"/>
          </a:solidFill>
          <a:latin typeface="+mn-lt"/>
          <a:ea typeface="+mn-ea"/>
          <a:cs typeface="+mn-cs"/>
        </a:defRPr>
      </a:lvl5pPr>
      <a:lvl6pPr marL="2143194" indent="-194836" algn="l" defTabSz="779343" rtl="0" eaLnBrk="1" latinLnBrk="0" hangingPunct="1">
        <a:lnSpc>
          <a:spcPct val="90000"/>
        </a:lnSpc>
        <a:spcBef>
          <a:spcPts val="426"/>
        </a:spcBef>
        <a:buFont typeface="Arial" panose="020B0604020202020204" pitchFamily="34" charset="0"/>
        <a:buChar char="•"/>
        <a:defRPr sz="1534" kern="1200">
          <a:solidFill>
            <a:schemeClr val="tx1"/>
          </a:solidFill>
          <a:latin typeface="+mn-lt"/>
          <a:ea typeface="+mn-ea"/>
          <a:cs typeface="+mn-cs"/>
        </a:defRPr>
      </a:lvl6pPr>
      <a:lvl7pPr marL="2532865" indent="-194836" algn="l" defTabSz="779343" rtl="0" eaLnBrk="1" latinLnBrk="0" hangingPunct="1">
        <a:lnSpc>
          <a:spcPct val="90000"/>
        </a:lnSpc>
        <a:spcBef>
          <a:spcPts val="426"/>
        </a:spcBef>
        <a:buFont typeface="Arial" panose="020B0604020202020204" pitchFamily="34" charset="0"/>
        <a:buChar char="•"/>
        <a:defRPr sz="1534" kern="1200">
          <a:solidFill>
            <a:schemeClr val="tx1"/>
          </a:solidFill>
          <a:latin typeface="+mn-lt"/>
          <a:ea typeface="+mn-ea"/>
          <a:cs typeface="+mn-cs"/>
        </a:defRPr>
      </a:lvl7pPr>
      <a:lvl8pPr marL="2922537" indent="-194836" algn="l" defTabSz="779343" rtl="0" eaLnBrk="1" latinLnBrk="0" hangingPunct="1">
        <a:lnSpc>
          <a:spcPct val="90000"/>
        </a:lnSpc>
        <a:spcBef>
          <a:spcPts val="426"/>
        </a:spcBef>
        <a:buFont typeface="Arial" panose="020B0604020202020204" pitchFamily="34" charset="0"/>
        <a:buChar char="•"/>
        <a:defRPr sz="1534" kern="1200">
          <a:solidFill>
            <a:schemeClr val="tx1"/>
          </a:solidFill>
          <a:latin typeface="+mn-lt"/>
          <a:ea typeface="+mn-ea"/>
          <a:cs typeface="+mn-cs"/>
        </a:defRPr>
      </a:lvl8pPr>
      <a:lvl9pPr marL="3312208" indent="-194836" algn="l" defTabSz="779343" rtl="0" eaLnBrk="1" latinLnBrk="0" hangingPunct="1">
        <a:lnSpc>
          <a:spcPct val="90000"/>
        </a:lnSpc>
        <a:spcBef>
          <a:spcPts val="426"/>
        </a:spcBef>
        <a:buFont typeface="Arial" panose="020B0604020202020204" pitchFamily="34" charset="0"/>
        <a:buChar char="•"/>
        <a:defRPr sz="153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9343" rtl="0" eaLnBrk="1" latinLnBrk="0" hangingPunct="1">
        <a:defRPr sz="1534" kern="1200">
          <a:solidFill>
            <a:schemeClr val="tx1"/>
          </a:solidFill>
          <a:latin typeface="+mn-lt"/>
          <a:ea typeface="+mn-ea"/>
          <a:cs typeface="+mn-cs"/>
        </a:defRPr>
      </a:lvl1pPr>
      <a:lvl2pPr marL="389672" algn="l" defTabSz="779343" rtl="0" eaLnBrk="1" latinLnBrk="0" hangingPunct="1">
        <a:defRPr sz="1534" kern="1200">
          <a:solidFill>
            <a:schemeClr val="tx1"/>
          </a:solidFill>
          <a:latin typeface="+mn-lt"/>
          <a:ea typeface="+mn-ea"/>
          <a:cs typeface="+mn-cs"/>
        </a:defRPr>
      </a:lvl2pPr>
      <a:lvl3pPr marL="779343" algn="l" defTabSz="779343" rtl="0" eaLnBrk="1" latinLnBrk="0" hangingPunct="1">
        <a:defRPr sz="1534" kern="1200">
          <a:solidFill>
            <a:schemeClr val="tx1"/>
          </a:solidFill>
          <a:latin typeface="+mn-lt"/>
          <a:ea typeface="+mn-ea"/>
          <a:cs typeface="+mn-cs"/>
        </a:defRPr>
      </a:lvl3pPr>
      <a:lvl4pPr marL="1169015" algn="l" defTabSz="779343" rtl="0" eaLnBrk="1" latinLnBrk="0" hangingPunct="1">
        <a:defRPr sz="1534" kern="1200">
          <a:solidFill>
            <a:schemeClr val="tx1"/>
          </a:solidFill>
          <a:latin typeface="+mn-lt"/>
          <a:ea typeface="+mn-ea"/>
          <a:cs typeface="+mn-cs"/>
        </a:defRPr>
      </a:lvl4pPr>
      <a:lvl5pPr marL="1558686" algn="l" defTabSz="779343" rtl="0" eaLnBrk="1" latinLnBrk="0" hangingPunct="1">
        <a:defRPr sz="1534" kern="1200">
          <a:solidFill>
            <a:schemeClr val="tx1"/>
          </a:solidFill>
          <a:latin typeface="+mn-lt"/>
          <a:ea typeface="+mn-ea"/>
          <a:cs typeface="+mn-cs"/>
        </a:defRPr>
      </a:lvl5pPr>
      <a:lvl6pPr marL="1948358" algn="l" defTabSz="779343" rtl="0" eaLnBrk="1" latinLnBrk="0" hangingPunct="1">
        <a:defRPr sz="1534" kern="1200">
          <a:solidFill>
            <a:schemeClr val="tx1"/>
          </a:solidFill>
          <a:latin typeface="+mn-lt"/>
          <a:ea typeface="+mn-ea"/>
          <a:cs typeface="+mn-cs"/>
        </a:defRPr>
      </a:lvl6pPr>
      <a:lvl7pPr marL="2338029" algn="l" defTabSz="779343" rtl="0" eaLnBrk="1" latinLnBrk="0" hangingPunct="1">
        <a:defRPr sz="1534" kern="1200">
          <a:solidFill>
            <a:schemeClr val="tx1"/>
          </a:solidFill>
          <a:latin typeface="+mn-lt"/>
          <a:ea typeface="+mn-ea"/>
          <a:cs typeface="+mn-cs"/>
        </a:defRPr>
      </a:lvl7pPr>
      <a:lvl8pPr marL="2727701" algn="l" defTabSz="779343" rtl="0" eaLnBrk="1" latinLnBrk="0" hangingPunct="1">
        <a:defRPr sz="1534" kern="1200">
          <a:solidFill>
            <a:schemeClr val="tx1"/>
          </a:solidFill>
          <a:latin typeface="+mn-lt"/>
          <a:ea typeface="+mn-ea"/>
          <a:cs typeface="+mn-cs"/>
        </a:defRPr>
      </a:lvl8pPr>
      <a:lvl9pPr marL="3117372" algn="l" defTabSz="779343" rtl="0" eaLnBrk="1" latinLnBrk="0" hangingPunct="1">
        <a:defRPr sz="153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332CFDE3-9F27-72DB-B321-496D2C377024}"/>
              </a:ext>
            </a:extLst>
          </p:cNvPr>
          <p:cNvSpPr/>
          <p:nvPr/>
        </p:nvSpPr>
        <p:spPr>
          <a:xfrm>
            <a:off x="5196460" y="2683929"/>
            <a:ext cx="5051954" cy="2159001"/>
          </a:xfrm>
          <a:prstGeom prst="roundRect">
            <a:avLst>
              <a:gd name="adj" fmla="val 2335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7438BBD-C17A-7248-1283-1C457EC9DFE6}"/>
              </a:ext>
            </a:extLst>
          </p:cNvPr>
          <p:cNvSpPr/>
          <p:nvPr/>
        </p:nvSpPr>
        <p:spPr>
          <a:xfrm>
            <a:off x="143933" y="32811"/>
            <a:ext cx="3369096" cy="2523066"/>
          </a:xfrm>
          <a:prstGeom prst="roundRect">
            <a:avLst>
              <a:gd name="adj" fmla="val 2335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F89FB4F4-F7AE-ECDA-E4EF-8DE4FB9076CE}"/>
              </a:ext>
            </a:extLst>
          </p:cNvPr>
          <p:cNvSpPr/>
          <p:nvPr/>
        </p:nvSpPr>
        <p:spPr>
          <a:xfrm>
            <a:off x="3796241" y="32811"/>
            <a:ext cx="6451601" cy="2523066"/>
          </a:xfrm>
          <a:prstGeom prst="roundRect">
            <a:avLst>
              <a:gd name="adj" fmla="val 2335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0CE0B4D-A1C6-40AB-6AA6-40EB8C2D79A8}"/>
              </a:ext>
            </a:extLst>
          </p:cNvPr>
          <p:cNvSpPr/>
          <p:nvPr/>
        </p:nvSpPr>
        <p:spPr>
          <a:xfrm>
            <a:off x="143933" y="2683930"/>
            <a:ext cx="4897858" cy="2159001"/>
          </a:xfrm>
          <a:prstGeom prst="roundRect">
            <a:avLst>
              <a:gd name="adj" fmla="val 2335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043B0A06-54EB-7EE5-C876-99402C175ABE}"/>
              </a:ext>
            </a:extLst>
          </p:cNvPr>
          <p:cNvSpPr/>
          <p:nvPr/>
        </p:nvSpPr>
        <p:spPr>
          <a:xfrm>
            <a:off x="143934" y="5029198"/>
            <a:ext cx="10168465" cy="1011766"/>
          </a:xfrm>
          <a:prstGeom prst="roundRect">
            <a:avLst>
              <a:gd name="adj" fmla="val 6519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25A51AD-F854-4F1A-DE03-16E5F79608DB}"/>
              </a:ext>
            </a:extLst>
          </p:cNvPr>
          <p:cNvSpPr txBox="1"/>
          <p:nvPr/>
        </p:nvSpPr>
        <p:spPr>
          <a:xfrm>
            <a:off x="143933" y="48196"/>
            <a:ext cx="32597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(a)</a:t>
            </a:r>
            <a:r>
              <a: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Retain the full prefill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AA0FAA0-6ACA-395A-E486-E553162B69BC}"/>
              </a:ext>
            </a:extLst>
          </p:cNvPr>
          <p:cNvSpPr txBox="1"/>
          <p:nvPr/>
        </p:nvSpPr>
        <p:spPr>
          <a:xfrm>
            <a:off x="3792007" y="11068"/>
            <a:ext cx="41158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+mn-ea"/>
                <a:sym typeface="Wingdings" panose="05000000000000000000" pitchFamily="2" charset="2"/>
              </a:rPr>
              <a:t> 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(b) Preview the question and score content blocks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E07C9CB4-3228-1387-3A6C-9814201E72AE}"/>
              </a:ext>
            </a:extLst>
          </p:cNvPr>
          <p:cNvSpPr/>
          <p:nvPr/>
        </p:nvSpPr>
        <p:spPr>
          <a:xfrm>
            <a:off x="473276" y="452143"/>
            <a:ext cx="2006600" cy="186267"/>
          </a:xfrm>
          <a:prstGeom prst="roundRect">
            <a:avLst/>
          </a:prstGeom>
          <a:solidFill>
            <a:srgbClr val="FFF2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One-Time SDPA Prefill</a:t>
            </a:r>
            <a:endParaRPr lang="zh-CN" altLang="en-US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BB352379-7D75-CE76-9D68-A0941A1FCD25}"/>
              </a:ext>
            </a:extLst>
          </p:cNvPr>
          <p:cNvGrpSpPr/>
          <p:nvPr/>
        </p:nvGrpSpPr>
        <p:grpSpPr>
          <a:xfrm>
            <a:off x="323599" y="5425531"/>
            <a:ext cx="2052972" cy="488466"/>
            <a:chOff x="279928" y="5426200"/>
            <a:chExt cx="1733022" cy="488466"/>
          </a:xfrm>
        </p:grpSpPr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F1ECD44F-C4F2-7D77-9D18-A4C284F343CB}"/>
                </a:ext>
              </a:extLst>
            </p:cNvPr>
            <p:cNvSpPr/>
            <p:nvPr/>
          </p:nvSpPr>
          <p:spPr>
            <a:xfrm>
              <a:off x="279928" y="5426200"/>
              <a:ext cx="1733022" cy="488466"/>
            </a:xfrm>
            <a:prstGeom prst="roundRect">
              <a:avLst>
                <a:gd name="adj" fmla="val 8303"/>
              </a:avLst>
            </a:prstGeom>
            <a:solidFill>
              <a:srgbClr val="E7F0FC"/>
            </a:solidFill>
            <a:ln>
              <a:solidFill>
                <a:srgbClr val="3477D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E50D1D0D-15F0-E26D-9D30-6899E4493903}"/>
                </a:ext>
              </a:extLst>
            </p:cNvPr>
            <p:cNvSpPr/>
            <p:nvPr/>
          </p:nvSpPr>
          <p:spPr>
            <a:xfrm>
              <a:off x="365412" y="5626100"/>
              <a:ext cx="209550" cy="206794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1DDA2B78-6AF0-9D1E-CD8F-2F1FAA225B3D}"/>
                </a:ext>
              </a:extLst>
            </p:cNvPr>
            <p:cNvSpPr/>
            <p:nvPr/>
          </p:nvSpPr>
          <p:spPr>
            <a:xfrm>
              <a:off x="626422" y="5626100"/>
              <a:ext cx="209550" cy="206794"/>
            </a:xfrm>
            <a:prstGeom prst="roundRect">
              <a:avLst/>
            </a:prstGeom>
            <a:solidFill>
              <a:srgbClr val="2F74D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FACCAF78-A31E-85DF-7BF4-2603D5391C21}"/>
                </a:ext>
              </a:extLst>
            </p:cNvPr>
            <p:cNvSpPr/>
            <p:nvPr/>
          </p:nvSpPr>
          <p:spPr>
            <a:xfrm>
              <a:off x="887432" y="5628916"/>
              <a:ext cx="209550" cy="206794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13450CB6-5DB2-8B73-C8DF-2D498ADBDB51}"/>
                </a:ext>
              </a:extLst>
            </p:cNvPr>
            <p:cNvSpPr/>
            <p:nvPr/>
          </p:nvSpPr>
          <p:spPr>
            <a:xfrm>
              <a:off x="1148442" y="5628916"/>
              <a:ext cx="209550" cy="206794"/>
            </a:xfrm>
            <a:prstGeom prst="roundRect">
              <a:avLst/>
            </a:prstGeom>
            <a:solidFill>
              <a:srgbClr val="2F74D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318C92A6-8FFD-AC15-AD36-8ADF14C015CE}"/>
                </a:ext>
              </a:extLst>
            </p:cNvPr>
            <p:cNvSpPr/>
            <p:nvPr/>
          </p:nvSpPr>
          <p:spPr>
            <a:xfrm>
              <a:off x="1409452" y="5626100"/>
              <a:ext cx="209550" cy="206794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588C0836-E85D-4557-0F8C-95CB9A16E55C}"/>
                </a:ext>
              </a:extLst>
            </p:cNvPr>
            <p:cNvSpPr/>
            <p:nvPr/>
          </p:nvSpPr>
          <p:spPr>
            <a:xfrm>
              <a:off x="1670462" y="5626100"/>
              <a:ext cx="209550" cy="206794"/>
            </a:xfrm>
            <a:prstGeom prst="roundRect">
              <a:avLst/>
            </a:prstGeom>
            <a:solidFill>
              <a:srgbClr val="2F74D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86A9A342-36A6-978C-56F1-AA314E7274DA}"/>
              </a:ext>
            </a:extLst>
          </p:cNvPr>
          <p:cNvSpPr/>
          <p:nvPr/>
        </p:nvSpPr>
        <p:spPr>
          <a:xfrm>
            <a:off x="2944683" y="5425531"/>
            <a:ext cx="2780772" cy="488466"/>
          </a:xfrm>
          <a:prstGeom prst="roundRect">
            <a:avLst>
              <a:gd name="adj" fmla="val 8303"/>
            </a:avLst>
          </a:prstGeom>
          <a:solidFill>
            <a:srgbClr val="E7F0FC"/>
          </a:solidFill>
          <a:ln>
            <a:solidFill>
              <a:srgbClr val="3477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6EC5D9ED-AB8E-D901-692D-7F48D6321F3B}"/>
              </a:ext>
            </a:extLst>
          </p:cNvPr>
          <p:cNvSpPr/>
          <p:nvPr/>
        </p:nvSpPr>
        <p:spPr>
          <a:xfrm>
            <a:off x="6232220" y="5428014"/>
            <a:ext cx="2003447" cy="488466"/>
          </a:xfrm>
          <a:prstGeom prst="roundRect">
            <a:avLst>
              <a:gd name="adj" fmla="val 8303"/>
            </a:avLst>
          </a:prstGeom>
          <a:solidFill>
            <a:srgbClr val="E7F0FC"/>
          </a:solidFill>
          <a:ln>
            <a:solidFill>
              <a:srgbClr val="3477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BEF209D1-A67F-DB7E-FCE0-EA9EC8740F6B}"/>
              </a:ext>
            </a:extLst>
          </p:cNvPr>
          <p:cNvSpPr/>
          <p:nvPr/>
        </p:nvSpPr>
        <p:spPr>
          <a:xfrm>
            <a:off x="8653784" y="5434806"/>
            <a:ext cx="1513007" cy="488466"/>
          </a:xfrm>
          <a:prstGeom prst="roundRect">
            <a:avLst>
              <a:gd name="adj" fmla="val 8303"/>
            </a:avLst>
          </a:prstGeom>
          <a:solidFill>
            <a:srgbClr val="E7F0FC"/>
          </a:solidFill>
          <a:ln>
            <a:solidFill>
              <a:srgbClr val="3477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AB37689B-B07A-0C98-D4BD-EC3AE5BAC5C1}"/>
              </a:ext>
            </a:extLst>
          </p:cNvPr>
          <p:cNvSpPr txBox="1"/>
          <p:nvPr/>
        </p:nvSpPr>
        <p:spPr>
          <a:xfrm>
            <a:off x="143933" y="5059003"/>
            <a:ext cx="51974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(e) Reversibility: discard the view, retain the memory</a:t>
            </a:r>
            <a:endParaRPr lang="zh-CN" altLang="en-US" sz="14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2797EC75-3735-6CE8-6B32-90A8E23902CB}"/>
              </a:ext>
            </a:extLst>
          </p:cNvPr>
          <p:cNvGrpSpPr/>
          <p:nvPr/>
        </p:nvGrpSpPr>
        <p:grpSpPr>
          <a:xfrm>
            <a:off x="6050920" y="3418982"/>
            <a:ext cx="3453602" cy="343403"/>
            <a:chOff x="6794500" y="3634882"/>
            <a:chExt cx="2806432" cy="343403"/>
          </a:xfrm>
        </p:grpSpPr>
        <p:sp>
          <p:nvSpPr>
            <p:cNvPr id="32" name="矩形: 圆角 31">
              <a:extLst>
                <a:ext uri="{FF2B5EF4-FFF2-40B4-BE49-F238E27FC236}">
                  <a16:creationId xmlns:a16="http://schemas.microsoft.com/office/drawing/2014/main" id="{D1F12005-7F7C-498F-8504-E39748CD6261}"/>
                </a:ext>
              </a:extLst>
            </p:cNvPr>
            <p:cNvSpPr/>
            <p:nvPr/>
          </p:nvSpPr>
          <p:spPr>
            <a:xfrm>
              <a:off x="6794500" y="3652996"/>
              <a:ext cx="299072" cy="325289"/>
            </a:xfrm>
            <a:prstGeom prst="roundRect">
              <a:avLst/>
            </a:prstGeom>
            <a:solidFill>
              <a:srgbClr val="E69A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latin typeface="Microsoft PhagsPa" panose="020B0502040204020203" pitchFamily="34" charset="0"/>
                </a:rPr>
                <a:t>A</a:t>
              </a:r>
              <a:endParaRPr lang="zh-CN" altLang="en-US" sz="1200" dirty="0">
                <a:latin typeface="Microsoft PhagsPa" panose="020B0502040204020203" pitchFamily="34" charset="0"/>
              </a:endParaRPr>
            </a:p>
          </p:txBody>
        </p:sp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31462894-C89B-306A-0F73-011767DBC7F8}"/>
                </a:ext>
              </a:extLst>
            </p:cNvPr>
            <p:cNvSpPr/>
            <p:nvPr/>
          </p:nvSpPr>
          <p:spPr>
            <a:xfrm>
              <a:off x="7154838" y="3644328"/>
              <a:ext cx="299072" cy="325289"/>
            </a:xfrm>
            <a:prstGeom prst="roundRect">
              <a:avLst/>
            </a:prstGeom>
            <a:solidFill>
              <a:srgbClr val="E2E7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latin typeface="Microsoft PhagsPa" panose="020B0502040204020203" pitchFamily="34" charset="0"/>
                </a:rPr>
                <a:t>A</a:t>
              </a:r>
              <a:endParaRPr lang="zh-CN" altLang="en-US" sz="1200" dirty="0">
                <a:latin typeface="Microsoft PhagsPa" panose="020B0502040204020203" pitchFamily="34" charset="0"/>
              </a:endParaRPr>
            </a:p>
          </p:txBody>
        </p:sp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9FC7640E-CF9A-F132-CEDB-FA9BF9C50B0C}"/>
                </a:ext>
              </a:extLst>
            </p:cNvPr>
            <p:cNvSpPr/>
            <p:nvPr/>
          </p:nvSpPr>
          <p:spPr>
            <a:xfrm>
              <a:off x="7512939" y="3644328"/>
              <a:ext cx="299072" cy="325289"/>
            </a:xfrm>
            <a:prstGeom prst="roundRect">
              <a:avLst/>
            </a:prstGeom>
            <a:solidFill>
              <a:srgbClr val="2F74D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latin typeface="Microsoft PhagsPa" panose="020B0502040204020203" pitchFamily="34" charset="0"/>
                </a:rPr>
                <a:t>A</a:t>
              </a:r>
              <a:endParaRPr lang="zh-CN" altLang="en-US" sz="1200" dirty="0">
                <a:latin typeface="Microsoft PhagsPa" panose="020B0502040204020203" pitchFamily="34" charset="0"/>
              </a:endParaRPr>
            </a:p>
          </p:txBody>
        </p:sp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F03EBEBE-1FE8-AB25-97EB-7C944BF36AC9}"/>
                </a:ext>
              </a:extLst>
            </p:cNvPr>
            <p:cNvSpPr/>
            <p:nvPr/>
          </p:nvSpPr>
          <p:spPr>
            <a:xfrm>
              <a:off x="7871040" y="3644328"/>
              <a:ext cx="299072" cy="325289"/>
            </a:xfrm>
            <a:prstGeom prst="roundRect">
              <a:avLst/>
            </a:prstGeom>
            <a:solidFill>
              <a:srgbClr val="E2E7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latin typeface="Microsoft PhagsPa" panose="020B0502040204020203" pitchFamily="34" charset="0"/>
                </a:rPr>
                <a:t>A</a:t>
              </a:r>
              <a:endParaRPr lang="zh-CN" altLang="en-US" sz="1200" dirty="0">
                <a:latin typeface="Microsoft PhagsPa" panose="020B0502040204020203" pitchFamily="34" charset="0"/>
              </a:endParaRPr>
            </a:p>
          </p:txBody>
        </p:sp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8E466198-2569-878B-E647-14C8A784B7F1}"/>
                </a:ext>
              </a:extLst>
            </p:cNvPr>
            <p:cNvSpPr/>
            <p:nvPr/>
          </p:nvSpPr>
          <p:spPr>
            <a:xfrm>
              <a:off x="8225320" y="3643550"/>
              <a:ext cx="299072" cy="325289"/>
            </a:xfrm>
            <a:prstGeom prst="roundRect">
              <a:avLst/>
            </a:prstGeom>
            <a:solidFill>
              <a:srgbClr val="2F74D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latin typeface="Microsoft PhagsPa" panose="020B0502040204020203" pitchFamily="34" charset="0"/>
                </a:rPr>
                <a:t>A</a:t>
              </a:r>
              <a:endParaRPr lang="zh-CN" altLang="en-US" sz="1200" dirty="0">
                <a:latin typeface="Microsoft PhagsPa" panose="020B0502040204020203" pitchFamily="34" charset="0"/>
              </a:endParaRPr>
            </a:p>
          </p:txBody>
        </p:sp>
        <p:sp>
          <p:nvSpPr>
            <p:cNvPr id="37" name="矩形: 圆角 36">
              <a:extLst>
                <a:ext uri="{FF2B5EF4-FFF2-40B4-BE49-F238E27FC236}">
                  <a16:creationId xmlns:a16="http://schemas.microsoft.com/office/drawing/2014/main" id="{7BE91A2C-A211-AB67-29A7-F965F6A20AD0}"/>
                </a:ext>
              </a:extLst>
            </p:cNvPr>
            <p:cNvSpPr/>
            <p:nvPr/>
          </p:nvSpPr>
          <p:spPr>
            <a:xfrm>
              <a:off x="8585658" y="3634882"/>
              <a:ext cx="299072" cy="325289"/>
            </a:xfrm>
            <a:prstGeom prst="roundRect">
              <a:avLst/>
            </a:prstGeom>
            <a:solidFill>
              <a:srgbClr val="E2E7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latin typeface="Microsoft PhagsPa" panose="020B0502040204020203" pitchFamily="34" charset="0"/>
                </a:rPr>
                <a:t>A</a:t>
              </a:r>
              <a:endParaRPr lang="zh-CN" altLang="en-US" sz="1200" dirty="0">
                <a:latin typeface="Microsoft PhagsPa" panose="020B0502040204020203" pitchFamily="34" charset="0"/>
              </a:endParaRPr>
            </a:p>
          </p:txBody>
        </p:sp>
        <p:sp>
          <p:nvSpPr>
            <p:cNvPr id="38" name="矩形: 圆角 37">
              <a:extLst>
                <a:ext uri="{FF2B5EF4-FFF2-40B4-BE49-F238E27FC236}">
                  <a16:creationId xmlns:a16="http://schemas.microsoft.com/office/drawing/2014/main" id="{8AF72D48-7268-E775-6062-798DA20F3159}"/>
                </a:ext>
              </a:extLst>
            </p:cNvPr>
            <p:cNvSpPr/>
            <p:nvPr/>
          </p:nvSpPr>
          <p:spPr>
            <a:xfrm>
              <a:off x="8943759" y="3634882"/>
              <a:ext cx="299072" cy="325289"/>
            </a:xfrm>
            <a:prstGeom prst="roundRect">
              <a:avLst/>
            </a:prstGeom>
            <a:solidFill>
              <a:srgbClr val="0B927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latin typeface="Microsoft PhagsPa" panose="020B0502040204020203" pitchFamily="34" charset="0"/>
                </a:rPr>
                <a:t>A</a:t>
              </a:r>
              <a:endParaRPr lang="zh-CN" altLang="en-US" sz="1200" dirty="0">
                <a:latin typeface="Microsoft PhagsPa" panose="020B0502040204020203" pitchFamily="34" charset="0"/>
              </a:endParaRPr>
            </a:p>
          </p:txBody>
        </p:sp>
        <p:sp>
          <p:nvSpPr>
            <p:cNvPr id="39" name="矩形: 圆角 38">
              <a:extLst>
                <a:ext uri="{FF2B5EF4-FFF2-40B4-BE49-F238E27FC236}">
                  <a16:creationId xmlns:a16="http://schemas.microsoft.com/office/drawing/2014/main" id="{9F615233-6126-773A-6F9B-34B3B631D979}"/>
                </a:ext>
              </a:extLst>
            </p:cNvPr>
            <p:cNvSpPr/>
            <p:nvPr/>
          </p:nvSpPr>
          <p:spPr>
            <a:xfrm>
              <a:off x="9301860" y="3634882"/>
              <a:ext cx="299072" cy="325289"/>
            </a:xfrm>
            <a:prstGeom prst="roundRect">
              <a:avLst/>
            </a:prstGeom>
            <a:solidFill>
              <a:srgbClr val="0B927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latin typeface="Microsoft PhagsPa" panose="020B0502040204020203" pitchFamily="34" charset="0"/>
                </a:rPr>
                <a:t>A</a:t>
              </a:r>
              <a:endParaRPr lang="zh-CN" altLang="en-US" sz="1200" dirty="0">
                <a:latin typeface="Microsoft PhagsPa" panose="020B0502040204020203" pitchFamily="34" charset="0"/>
              </a:endParaRPr>
            </a:p>
          </p:txBody>
        </p:sp>
      </p:grp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B696CDFD-5EFC-B5DD-2EE1-664E8A65B075}"/>
              </a:ext>
            </a:extLst>
          </p:cNvPr>
          <p:cNvSpPr/>
          <p:nvPr/>
        </p:nvSpPr>
        <p:spPr>
          <a:xfrm>
            <a:off x="9170810" y="4088967"/>
            <a:ext cx="299072" cy="325289"/>
          </a:xfrm>
          <a:prstGeom prst="roundRect">
            <a:avLst/>
          </a:prstGeom>
          <a:solidFill>
            <a:srgbClr val="0B92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Microsoft PhagsPa" panose="020B0502040204020203" pitchFamily="34" charset="0"/>
              </a:rPr>
              <a:t>A</a:t>
            </a:r>
            <a:endParaRPr lang="zh-CN" altLang="en-US" sz="1200" dirty="0">
              <a:latin typeface="Microsoft PhagsPa" panose="020B0502040204020203" pitchFamily="34" charset="0"/>
            </a:endParaRPr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807E369D-688A-9E62-9E21-69A9E7E23893}"/>
              </a:ext>
            </a:extLst>
          </p:cNvPr>
          <p:cNvCxnSpPr>
            <a:stCxn id="40" idx="0"/>
            <a:endCxn id="32" idx="2"/>
          </p:cNvCxnSpPr>
          <p:nvPr/>
        </p:nvCxnSpPr>
        <p:spPr>
          <a:xfrm flipH="1" flipV="1">
            <a:off x="6234940" y="3762385"/>
            <a:ext cx="3085406" cy="326582"/>
          </a:xfrm>
          <a:prstGeom prst="straightConnector1">
            <a:avLst/>
          </a:prstGeom>
          <a:ln w="12700">
            <a:solidFill>
              <a:srgbClr val="FFC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9FD0A9C4-5062-97CF-57A0-FDDEBD8903D9}"/>
              </a:ext>
            </a:extLst>
          </p:cNvPr>
          <p:cNvCxnSpPr>
            <a:cxnSpLocks/>
            <a:stCxn id="40" idx="0"/>
            <a:endCxn id="34" idx="2"/>
          </p:cNvCxnSpPr>
          <p:nvPr/>
        </p:nvCxnSpPr>
        <p:spPr>
          <a:xfrm flipH="1" flipV="1">
            <a:off x="7119053" y="3753717"/>
            <a:ext cx="2201293" cy="335250"/>
          </a:xfrm>
          <a:prstGeom prst="straightConnector1">
            <a:avLst/>
          </a:prstGeom>
          <a:ln w="12700">
            <a:solidFill>
              <a:srgbClr val="2F74D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F193F8AF-6602-6928-AAE9-0E3659FB3F70}"/>
              </a:ext>
            </a:extLst>
          </p:cNvPr>
          <p:cNvCxnSpPr>
            <a:cxnSpLocks/>
          </p:cNvCxnSpPr>
          <p:nvPr/>
        </p:nvCxnSpPr>
        <p:spPr>
          <a:xfrm flipH="1" flipV="1">
            <a:off x="6551817" y="3743635"/>
            <a:ext cx="2147022" cy="437583"/>
          </a:xfrm>
          <a:prstGeom prst="straightConnector1">
            <a:avLst/>
          </a:prstGeom>
          <a:ln w="12700">
            <a:solidFill>
              <a:srgbClr val="E2E7EC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5A527B55-0E63-4343-AA43-C258FA0E575B}"/>
              </a:ext>
            </a:extLst>
          </p:cNvPr>
          <p:cNvCxnSpPr>
            <a:cxnSpLocks/>
            <a:stCxn id="40" idx="0"/>
            <a:endCxn id="35" idx="2"/>
          </p:cNvCxnSpPr>
          <p:nvPr/>
        </p:nvCxnSpPr>
        <p:spPr>
          <a:xfrm flipH="1" flipV="1">
            <a:off x="7559733" y="3753717"/>
            <a:ext cx="1760613" cy="335250"/>
          </a:xfrm>
          <a:prstGeom prst="straightConnector1">
            <a:avLst/>
          </a:prstGeom>
          <a:ln w="12700">
            <a:solidFill>
              <a:srgbClr val="E2E7EC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79CD94E1-0B60-D541-EF29-CB77A559C837}"/>
              </a:ext>
            </a:extLst>
          </p:cNvPr>
          <p:cNvCxnSpPr>
            <a:cxnSpLocks/>
            <a:stCxn id="40" idx="0"/>
            <a:endCxn id="36" idx="2"/>
          </p:cNvCxnSpPr>
          <p:nvPr/>
        </p:nvCxnSpPr>
        <p:spPr>
          <a:xfrm flipH="1" flipV="1">
            <a:off x="7995711" y="3752939"/>
            <a:ext cx="1324635" cy="336028"/>
          </a:xfrm>
          <a:prstGeom prst="straightConnector1">
            <a:avLst/>
          </a:prstGeom>
          <a:ln w="12700">
            <a:solidFill>
              <a:srgbClr val="2F74D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632EB21E-3A67-D53D-B9A5-A1FF86F42EC7}"/>
              </a:ext>
            </a:extLst>
          </p:cNvPr>
          <p:cNvCxnSpPr>
            <a:cxnSpLocks/>
            <a:stCxn id="40" idx="0"/>
            <a:endCxn id="37" idx="2"/>
          </p:cNvCxnSpPr>
          <p:nvPr/>
        </p:nvCxnSpPr>
        <p:spPr>
          <a:xfrm flipH="1" flipV="1">
            <a:off x="8439143" y="3744271"/>
            <a:ext cx="881203" cy="344696"/>
          </a:xfrm>
          <a:prstGeom prst="straightConnector1">
            <a:avLst/>
          </a:prstGeom>
          <a:ln w="12700">
            <a:solidFill>
              <a:srgbClr val="E2E7EC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9DA32233-D218-D95B-0922-DA26094DFF83}"/>
              </a:ext>
            </a:extLst>
          </p:cNvPr>
          <p:cNvCxnSpPr>
            <a:cxnSpLocks/>
            <a:stCxn id="40" idx="0"/>
            <a:endCxn id="38" idx="2"/>
          </p:cNvCxnSpPr>
          <p:nvPr/>
        </p:nvCxnSpPr>
        <p:spPr>
          <a:xfrm flipH="1" flipV="1">
            <a:off x="8879823" y="3744271"/>
            <a:ext cx="440523" cy="344696"/>
          </a:xfrm>
          <a:prstGeom prst="straightConnector1">
            <a:avLst/>
          </a:prstGeom>
          <a:ln w="12700">
            <a:solidFill>
              <a:srgbClr val="0B927B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1FBF01C0-D97F-1ECB-FABF-BF4CD36129C4}"/>
              </a:ext>
            </a:extLst>
          </p:cNvPr>
          <p:cNvCxnSpPr>
            <a:cxnSpLocks/>
            <a:stCxn id="40" idx="0"/>
            <a:endCxn id="39" idx="2"/>
          </p:cNvCxnSpPr>
          <p:nvPr/>
        </p:nvCxnSpPr>
        <p:spPr>
          <a:xfrm flipV="1">
            <a:off x="9320346" y="3744271"/>
            <a:ext cx="157" cy="344696"/>
          </a:xfrm>
          <a:prstGeom prst="straightConnector1">
            <a:avLst/>
          </a:prstGeom>
          <a:ln w="12700">
            <a:solidFill>
              <a:srgbClr val="0B927B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矩形: 圆角 49">
                <a:extLst>
                  <a:ext uri="{FF2B5EF4-FFF2-40B4-BE49-F238E27FC236}">
                    <a16:creationId xmlns:a16="http://schemas.microsoft.com/office/drawing/2014/main" id="{6304EBA7-C50D-DC87-97EF-9B6C66E9B4C9}"/>
                  </a:ext>
                </a:extLst>
              </p:cNvPr>
              <p:cNvSpPr/>
              <p:nvPr/>
            </p:nvSpPr>
            <p:spPr>
              <a:xfrm>
                <a:off x="5289549" y="3085010"/>
                <a:ext cx="4877242" cy="27700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1200" i="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Microsoft PhagsPa" panose="020B0502040204020203" pitchFamily="34" charset="0"/>
                        </a:rPr>
                        <m:t>Attn</m:t>
                      </m:r>
                      <m:d>
                        <m:dPr>
                          <m:ctrlPr>
                            <a:rPr lang="en-US" altLang="zh-CN" sz="12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altLang="zh-CN" sz="12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12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altLang="zh-CN" sz="12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12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altLang="zh-CN" sz="12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1200" b="0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altLang="zh-CN" sz="1200" i="0" dirty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Microsoft PhagsPa" panose="020B0502040204020203" pitchFamily="34" charset="0"/>
                                </a:rPr>
                                <m:t>M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m:rPr>
                          <m:nor/>
                        </m:rPr>
                        <a:rPr lang="en-US" altLang="zh-CN" sz="1200" i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Microsoft PhagsPa" panose="020B0502040204020203" pitchFamily="34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CN" sz="1200" b="0" i="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Microsoft PhagsPa" panose="020B0502040204020203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1200" b="0" i="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Microsoft PhagsPa" panose="020B0502040204020203" pitchFamily="34" charset="0"/>
                        </a:rPr>
                        <m:t>softmax</m:t>
                      </m:r>
                      <m:r>
                        <m:rPr>
                          <m:nor/>
                        </m:rPr>
                        <a:rPr lang="en-US" altLang="zh-CN" sz="1200" b="0" i="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Microsoft PhagsPa" panose="020B0502040204020203" pitchFamily="34" charset="0"/>
                        </a:rPr>
                        <m:t> ()</m:t>
                      </m:r>
                    </m:oMath>
                  </m:oMathPara>
                </a14:m>
                <a:endParaRPr lang="zh-CN" altLang="en-US" sz="1200" dirty="0">
                  <a:solidFill>
                    <a:schemeClr val="accent6">
                      <a:lumMod val="50000"/>
                    </a:schemeClr>
                  </a:solidFill>
                  <a:latin typeface="Microsoft PhagsPa" panose="020B0502040204020203" pitchFamily="34" charset="0"/>
                </a:endParaRPr>
              </a:p>
            </p:txBody>
          </p:sp>
        </mc:Choice>
        <mc:Fallback>
          <p:sp>
            <p:nvSpPr>
              <p:cNvPr id="50" name="矩形: 圆角 49">
                <a:extLst>
                  <a:ext uri="{FF2B5EF4-FFF2-40B4-BE49-F238E27FC236}">
                    <a16:creationId xmlns:a16="http://schemas.microsoft.com/office/drawing/2014/main" id="{6304EBA7-C50D-DC87-97EF-9B6C66E9B4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9549" y="3085010"/>
                <a:ext cx="4877242" cy="277000"/>
              </a:xfrm>
              <a:prstGeom prst="roundRect">
                <a:avLst/>
              </a:prstGeom>
              <a:blipFill>
                <a:blip r:embed="rId2"/>
                <a:stretch>
                  <a:fillRect b="-869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742E82CC-76BF-4425-B997-A354DDD9D0F8}"/>
                  </a:ext>
                </a:extLst>
              </p:cNvPr>
              <p:cNvSpPr txBox="1"/>
              <p:nvPr/>
            </p:nvSpPr>
            <p:spPr>
              <a:xfrm>
                <a:off x="5245236" y="2691307"/>
                <a:ext cx="3453603" cy="3281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(d) Decode in place under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400" b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CN" altLang="en-US" sz="1400" b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zh-CN" sz="1400" b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zh-CN" alt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742E82CC-76BF-4425-B997-A354DDD9D0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5236" y="2691307"/>
                <a:ext cx="3453603" cy="328167"/>
              </a:xfrm>
              <a:prstGeom prst="rect">
                <a:avLst/>
              </a:prstGeom>
              <a:blipFill>
                <a:blip r:embed="rId3"/>
                <a:stretch>
                  <a:fillRect l="-529" t="-1852" b="-129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矩形: 圆角 53">
                <a:extLst>
                  <a:ext uri="{FF2B5EF4-FFF2-40B4-BE49-F238E27FC236}">
                    <a16:creationId xmlns:a16="http://schemas.microsoft.com/office/drawing/2014/main" id="{12600855-CC35-61D8-748C-B95F32D19736}"/>
                  </a:ext>
                </a:extLst>
              </p:cNvPr>
              <p:cNvSpPr/>
              <p:nvPr/>
            </p:nvSpPr>
            <p:spPr>
              <a:xfrm>
                <a:off x="5300795" y="4500574"/>
                <a:ext cx="4877242" cy="27700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1200" i="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Microsoft PhagsPa" panose="020B0502040204020203" pitchFamily="34" charset="0"/>
                        </a:rPr>
                        <m:t>Attn</m:t>
                      </m:r>
                      <m:d>
                        <m:dPr>
                          <m:ctrlPr>
                            <a:rPr lang="en-US" altLang="zh-CN" sz="12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altLang="zh-CN" sz="12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12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altLang="zh-CN" sz="12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12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altLang="zh-CN" sz="12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1200" b="0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altLang="zh-CN" sz="1200" i="0" dirty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Microsoft PhagsPa" panose="020B0502040204020203" pitchFamily="34" charset="0"/>
                                </a:rPr>
                                <m:t>M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m:rPr>
                          <m:nor/>
                        </m:rPr>
                        <a:rPr lang="en-US" altLang="zh-CN" sz="1200" i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Microsoft PhagsPa" panose="020B0502040204020203" pitchFamily="34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CN" sz="1200" b="0" i="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Microsoft PhagsPa" panose="020B0502040204020203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1200" b="0" i="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Microsoft PhagsPa" panose="020B0502040204020203" pitchFamily="34" charset="0"/>
                        </a:rPr>
                        <m:t>softmax</m:t>
                      </m:r>
                      <m:r>
                        <m:rPr>
                          <m:nor/>
                        </m:rPr>
                        <a:rPr lang="en-US" altLang="zh-CN" sz="1200" b="0" i="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Microsoft PhagsPa" panose="020B0502040204020203" pitchFamily="34" charset="0"/>
                        </a:rPr>
                        <m:t> ()</m:t>
                      </m:r>
                    </m:oMath>
                  </m:oMathPara>
                </a14:m>
                <a:endParaRPr lang="zh-CN" altLang="en-US" sz="1200" dirty="0">
                  <a:solidFill>
                    <a:schemeClr val="accent6">
                      <a:lumMod val="50000"/>
                    </a:schemeClr>
                  </a:solidFill>
                  <a:latin typeface="Microsoft PhagsPa" panose="020B0502040204020203" pitchFamily="34" charset="0"/>
                </a:endParaRPr>
              </a:p>
            </p:txBody>
          </p:sp>
        </mc:Choice>
        <mc:Fallback>
          <p:sp>
            <p:nvSpPr>
              <p:cNvPr id="54" name="矩形: 圆角 53">
                <a:extLst>
                  <a:ext uri="{FF2B5EF4-FFF2-40B4-BE49-F238E27FC236}">
                    <a16:creationId xmlns:a16="http://schemas.microsoft.com/office/drawing/2014/main" id="{12600855-CC35-61D8-748C-B95F32D197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0795" y="4500574"/>
                <a:ext cx="4877242" cy="277000"/>
              </a:xfrm>
              <a:prstGeom prst="roundRect">
                <a:avLst/>
              </a:prstGeom>
              <a:blipFill>
                <a:blip r:embed="rId4"/>
                <a:stretch>
                  <a:fillRect b="-869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文本框 55">
            <a:extLst>
              <a:ext uri="{FF2B5EF4-FFF2-40B4-BE49-F238E27FC236}">
                <a16:creationId xmlns:a16="http://schemas.microsoft.com/office/drawing/2014/main" id="{C129CCB8-B163-EC84-C7F0-CFEF40B48013}"/>
              </a:ext>
            </a:extLst>
          </p:cNvPr>
          <p:cNvSpPr txBox="1"/>
          <p:nvPr/>
        </p:nvSpPr>
        <p:spPr>
          <a:xfrm>
            <a:off x="122917" y="2755777"/>
            <a:ext cx="31438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Build a per-query 4D additive mask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530D20D4-A184-B8E3-1DFC-189F2C0FD686}"/>
              </a:ext>
            </a:extLst>
          </p:cNvPr>
          <p:cNvGrpSpPr/>
          <p:nvPr/>
        </p:nvGrpSpPr>
        <p:grpSpPr>
          <a:xfrm>
            <a:off x="198573" y="3472991"/>
            <a:ext cx="3477289" cy="813896"/>
            <a:chOff x="139285" y="3214528"/>
            <a:chExt cx="3477289" cy="813896"/>
          </a:xfrm>
        </p:grpSpPr>
        <p:sp>
          <p:nvSpPr>
            <p:cNvPr id="58" name="矩形: 圆角 57">
              <a:extLst>
                <a:ext uri="{FF2B5EF4-FFF2-40B4-BE49-F238E27FC236}">
                  <a16:creationId xmlns:a16="http://schemas.microsoft.com/office/drawing/2014/main" id="{18EAEE8B-6132-9AF4-C470-9AA7A8E8E055}"/>
                </a:ext>
              </a:extLst>
            </p:cNvPr>
            <p:cNvSpPr/>
            <p:nvPr/>
          </p:nvSpPr>
          <p:spPr>
            <a:xfrm>
              <a:off x="229777" y="3286741"/>
              <a:ext cx="3292975" cy="618170"/>
            </a:xfrm>
            <a:prstGeom prst="roundRect">
              <a:avLst>
                <a:gd name="adj" fmla="val 10614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矩形: 圆角 58">
              <a:extLst>
                <a:ext uri="{FF2B5EF4-FFF2-40B4-BE49-F238E27FC236}">
                  <a16:creationId xmlns:a16="http://schemas.microsoft.com/office/drawing/2014/main" id="{DF8CE213-D7B8-E5CD-E5FA-053563853CF4}"/>
                </a:ext>
              </a:extLst>
            </p:cNvPr>
            <p:cNvSpPr/>
            <p:nvPr/>
          </p:nvSpPr>
          <p:spPr>
            <a:xfrm>
              <a:off x="323599" y="3410254"/>
              <a:ext cx="3292975" cy="618170"/>
            </a:xfrm>
            <a:prstGeom prst="roundRect">
              <a:avLst>
                <a:gd name="adj" fmla="val 10614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矩形: 圆角 59">
              <a:extLst>
                <a:ext uri="{FF2B5EF4-FFF2-40B4-BE49-F238E27FC236}">
                  <a16:creationId xmlns:a16="http://schemas.microsoft.com/office/drawing/2014/main" id="{3D332FC8-40F4-EA33-1CEC-F816B5F43E01}"/>
                </a:ext>
              </a:extLst>
            </p:cNvPr>
            <p:cNvSpPr/>
            <p:nvPr/>
          </p:nvSpPr>
          <p:spPr>
            <a:xfrm>
              <a:off x="139285" y="3214528"/>
              <a:ext cx="3292975" cy="618170"/>
            </a:xfrm>
            <a:prstGeom prst="roundRect">
              <a:avLst>
                <a:gd name="adj" fmla="val 10614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2" name="矩形: 圆角 61">
            <a:extLst>
              <a:ext uri="{FF2B5EF4-FFF2-40B4-BE49-F238E27FC236}">
                <a16:creationId xmlns:a16="http://schemas.microsoft.com/office/drawing/2014/main" id="{6C9B8257-2668-BF2A-2D94-96EDA295387E}"/>
              </a:ext>
            </a:extLst>
          </p:cNvPr>
          <p:cNvSpPr/>
          <p:nvPr/>
        </p:nvSpPr>
        <p:spPr>
          <a:xfrm>
            <a:off x="3763024" y="3445156"/>
            <a:ext cx="1210731" cy="1096100"/>
          </a:xfrm>
          <a:prstGeom prst="roundRect">
            <a:avLst>
              <a:gd name="adj" fmla="val 10614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4" name="图片 63" descr="Document - Free files and folders icons">
            <a:extLst>
              <a:ext uri="{FF2B5EF4-FFF2-40B4-BE49-F238E27FC236}">
                <a16:creationId xmlns:a16="http://schemas.microsoft.com/office/drawing/2014/main" id="{1C864E49-E8B0-AAB9-2FA7-32AD78368E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117" y="717909"/>
            <a:ext cx="649843" cy="649843"/>
          </a:xfrm>
          <a:prstGeom prst="rect">
            <a:avLst/>
          </a:prstGeom>
        </p:spPr>
      </p:pic>
      <p:sp>
        <p:nvSpPr>
          <p:cNvPr id="66" name="文本框 65">
            <a:extLst>
              <a:ext uri="{FF2B5EF4-FFF2-40B4-BE49-F238E27FC236}">
                <a16:creationId xmlns:a16="http://schemas.microsoft.com/office/drawing/2014/main" id="{EDB20491-26BE-F6F3-EF8D-0E4C54DC1049}"/>
              </a:ext>
            </a:extLst>
          </p:cNvPr>
          <p:cNvSpPr txBox="1"/>
          <p:nvPr/>
        </p:nvSpPr>
        <p:spPr>
          <a:xfrm>
            <a:off x="1498606" y="3067764"/>
            <a:ext cx="28364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slice per (batch, head)</a:t>
            </a:r>
            <a:endParaRPr lang="zh-CN" altLang="en-US" sz="14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矩形: 圆角 100">
            <a:extLst>
              <a:ext uri="{FF2B5EF4-FFF2-40B4-BE49-F238E27FC236}">
                <a16:creationId xmlns:a16="http://schemas.microsoft.com/office/drawing/2014/main" id="{863A9EC2-1547-2B18-CCB4-8A82F08B4A39}"/>
              </a:ext>
            </a:extLst>
          </p:cNvPr>
          <p:cNvSpPr/>
          <p:nvPr/>
        </p:nvSpPr>
        <p:spPr>
          <a:xfrm>
            <a:off x="5499211" y="479587"/>
            <a:ext cx="2886794" cy="1094824"/>
          </a:xfrm>
          <a:prstGeom prst="roundRect">
            <a:avLst>
              <a:gd name="adj" fmla="val 4814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80765BEF-C243-A9C2-108B-1824A831587B}"/>
              </a:ext>
            </a:extLst>
          </p:cNvPr>
          <p:cNvGrpSpPr/>
          <p:nvPr/>
        </p:nvGrpSpPr>
        <p:grpSpPr>
          <a:xfrm>
            <a:off x="5804626" y="952553"/>
            <a:ext cx="2483421" cy="444500"/>
            <a:chOff x="5512944" y="3136900"/>
            <a:chExt cx="2483421" cy="444500"/>
          </a:xfrm>
        </p:grpSpPr>
        <p:sp>
          <p:nvSpPr>
            <p:cNvPr id="68" name="矩形: 圆角 67">
              <a:extLst>
                <a:ext uri="{FF2B5EF4-FFF2-40B4-BE49-F238E27FC236}">
                  <a16:creationId xmlns:a16="http://schemas.microsoft.com/office/drawing/2014/main" id="{5F1C3111-9CD2-326B-8A23-90203A7B7B42}"/>
                </a:ext>
              </a:extLst>
            </p:cNvPr>
            <p:cNvSpPr/>
            <p:nvPr/>
          </p:nvSpPr>
          <p:spPr>
            <a:xfrm>
              <a:off x="5512944" y="3136900"/>
              <a:ext cx="209550" cy="114300"/>
            </a:xfrm>
            <a:prstGeom prst="roundRect">
              <a:avLst/>
            </a:prstGeom>
            <a:solidFill>
              <a:srgbClr val="F6DCA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矩形: 圆角 68">
              <a:extLst>
                <a:ext uri="{FF2B5EF4-FFF2-40B4-BE49-F238E27FC236}">
                  <a16:creationId xmlns:a16="http://schemas.microsoft.com/office/drawing/2014/main" id="{458A5A7F-AFA1-8737-BE80-FCDB760424EF}"/>
                </a:ext>
              </a:extLst>
            </p:cNvPr>
            <p:cNvSpPr/>
            <p:nvPr/>
          </p:nvSpPr>
          <p:spPr>
            <a:xfrm>
              <a:off x="5766245" y="3136900"/>
              <a:ext cx="209550" cy="114300"/>
            </a:xfrm>
            <a:prstGeom prst="roundRect">
              <a:avLst/>
            </a:prstGeom>
            <a:solidFill>
              <a:srgbClr val="D7E6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矩形: 圆角 69">
              <a:extLst>
                <a:ext uri="{FF2B5EF4-FFF2-40B4-BE49-F238E27FC236}">
                  <a16:creationId xmlns:a16="http://schemas.microsoft.com/office/drawing/2014/main" id="{6703D64B-4E63-244E-52F4-D87BC8912AC1}"/>
                </a:ext>
              </a:extLst>
            </p:cNvPr>
            <p:cNvSpPr/>
            <p:nvPr/>
          </p:nvSpPr>
          <p:spPr>
            <a:xfrm>
              <a:off x="6016627" y="3136900"/>
              <a:ext cx="209550" cy="114300"/>
            </a:xfrm>
            <a:prstGeom prst="roundRect">
              <a:avLst/>
            </a:prstGeom>
            <a:solidFill>
              <a:srgbClr val="76A9E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矩形: 圆角 70">
              <a:extLst>
                <a:ext uri="{FF2B5EF4-FFF2-40B4-BE49-F238E27FC236}">
                  <a16:creationId xmlns:a16="http://schemas.microsoft.com/office/drawing/2014/main" id="{E02352FD-9ACA-8D41-71C6-46A6F7AFFEC3}"/>
                </a:ext>
              </a:extLst>
            </p:cNvPr>
            <p:cNvSpPr/>
            <p:nvPr/>
          </p:nvSpPr>
          <p:spPr>
            <a:xfrm>
              <a:off x="6523229" y="3136900"/>
              <a:ext cx="209550" cy="114300"/>
            </a:xfrm>
            <a:prstGeom prst="roundRect">
              <a:avLst/>
            </a:prstGeom>
            <a:solidFill>
              <a:srgbClr val="2F74D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矩形: 圆角 71">
              <a:extLst>
                <a:ext uri="{FF2B5EF4-FFF2-40B4-BE49-F238E27FC236}">
                  <a16:creationId xmlns:a16="http://schemas.microsoft.com/office/drawing/2014/main" id="{892DA227-EDDB-EA15-34CC-63D2DDCF9481}"/>
                </a:ext>
              </a:extLst>
            </p:cNvPr>
            <p:cNvSpPr/>
            <p:nvPr/>
          </p:nvSpPr>
          <p:spPr>
            <a:xfrm>
              <a:off x="6269928" y="3136900"/>
              <a:ext cx="209550" cy="114300"/>
            </a:xfrm>
            <a:prstGeom prst="roundRect">
              <a:avLst/>
            </a:prstGeom>
            <a:solidFill>
              <a:srgbClr val="D7E6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矩形: 圆角 72">
              <a:extLst>
                <a:ext uri="{FF2B5EF4-FFF2-40B4-BE49-F238E27FC236}">
                  <a16:creationId xmlns:a16="http://schemas.microsoft.com/office/drawing/2014/main" id="{3ADDF4D1-81CD-D8FA-D5FC-CB2A7A6A3B88}"/>
                </a:ext>
              </a:extLst>
            </p:cNvPr>
            <p:cNvSpPr/>
            <p:nvPr/>
          </p:nvSpPr>
          <p:spPr>
            <a:xfrm>
              <a:off x="6776530" y="3136900"/>
              <a:ext cx="209550" cy="114300"/>
            </a:xfrm>
            <a:prstGeom prst="roundRect">
              <a:avLst/>
            </a:prstGeom>
            <a:solidFill>
              <a:srgbClr val="D7E6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矩形: 圆角 73">
              <a:extLst>
                <a:ext uri="{FF2B5EF4-FFF2-40B4-BE49-F238E27FC236}">
                  <a16:creationId xmlns:a16="http://schemas.microsoft.com/office/drawing/2014/main" id="{62FA0B21-3F26-19E8-0A1F-32A9EF77ECEB}"/>
                </a:ext>
              </a:extLst>
            </p:cNvPr>
            <p:cNvSpPr/>
            <p:nvPr/>
          </p:nvSpPr>
          <p:spPr>
            <a:xfrm>
              <a:off x="7026912" y="3136900"/>
              <a:ext cx="209550" cy="114300"/>
            </a:xfrm>
            <a:prstGeom prst="roundRect">
              <a:avLst/>
            </a:prstGeom>
            <a:solidFill>
              <a:srgbClr val="9FC2E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矩形: 圆角 74">
              <a:extLst>
                <a:ext uri="{FF2B5EF4-FFF2-40B4-BE49-F238E27FC236}">
                  <a16:creationId xmlns:a16="http://schemas.microsoft.com/office/drawing/2014/main" id="{93321256-2231-E191-3142-D4E90785CE4A}"/>
                </a:ext>
              </a:extLst>
            </p:cNvPr>
            <p:cNvSpPr/>
            <p:nvPr/>
          </p:nvSpPr>
          <p:spPr>
            <a:xfrm>
              <a:off x="7533514" y="3136900"/>
              <a:ext cx="209550" cy="114300"/>
            </a:xfrm>
            <a:prstGeom prst="roundRect">
              <a:avLst/>
            </a:prstGeom>
            <a:solidFill>
              <a:srgbClr val="2F74D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矩形: 圆角 75">
              <a:extLst>
                <a:ext uri="{FF2B5EF4-FFF2-40B4-BE49-F238E27FC236}">
                  <a16:creationId xmlns:a16="http://schemas.microsoft.com/office/drawing/2014/main" id="{CC5A59CF-AFA6-31ED-7E6E-CBD0B278CBBB}"/>
                </a:ext>
              </a:extLst>
            </p:cNvPr>
            <p:cNvSpPr/>
            <p:nvPr/>
          </p:nvSpPr>
          <p:spPr>
            <a:xfrm>
              <a:off x="7280213" y="3136900"/>
              <a:ext cx="209550" cy="114300"/>
            </a:xfrm>
            <a:prstGeom prst="roundRect">
              <a:avLst/>
            </a:prstGeom>
            <a:solidFill>
              <a:srgbClr val="D7E6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矩形: 圆角 76">
              <a:extLst>
                <a:ext uri="{FF2B5EF4-FFF2-40B4-BE49-F238E27FC236}">
                  <a16:creationId xmlns:a16="http://schemas.microsoft.com/office/drawing/2014/main" id="{93E18052-4DB3-7F20-5058-9E1BDB260A69}"/>
                </a:ext>
              </a:extLst>
            </p:cNvPr>
            <p:cNvSpPr/>
            <p:nvPr/>
          </p:nvSpPr>
          <p:spPr>
            <a:xfrm>
              <a:off x="7786815" y="3136900"/>
              <a:ext cx="209550" cy="114300"/>
            </a:xfrm>
            <a:prstGeom prst="roundRect">
              <a:avLst/>
            </a:prstGeom>
            <a:solidFill>
              <a:srgbClr val="D7E6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8" name="组合 77">
              <a:extLst>
                <a:ext uri="{FF2B5EF4-FFF2-40B4-BE49-F238E27FC236}">
                  <a16:creationId xmlns:a16="http://schemas.microsoft.com/office/drawing/2014/main" id="{8FCD8FE7-088B-90BD-E009-D0D59A6E581C}"/>
                </a:ext>
              </a:extLst>
            </p:cNvPr>
            <p:cNvGrpSpPr/>
            <p:nvPr/>
          </p:nvGrpSpPr>
          <p:grpSpPr>
            <a:xfrm>
              <a:off x="5512944" y="3302000"/>
              <a:ext cx="2483421" cy="114300"/>
              <a:chOff x="5665344" y="3289300"/>
              <a:chExt cx="2483421" cy="114300"/>
            </a:xfrm>
          </p:grpSpPr>
          <p:sp>
            <p:nvSpPr>
              <p:cNvPr id="90" name="矩形: 圆角 89">
                <a:extLst>
                  <a:ext uri="{FF2B5EF4-FFF2-40B4-BE49-F238E27FC236}">
                    <a16:creationId xmlns:a16="http://schemas.microsoft.com/office/drawing/2014/main" id="{B9A5FA46-D927-1ED4-A345-D1CB00157FF2}"/>
                  </a:ext>
                </a:extLst>
              </p:cNvPr>
              <p:cNvSpPr/>
              <p:nvPr/>
            </p:nvSpPr>
            <p:spPr>
              <a:xfrm>
                <a:off x="5665344" y="3289300"/>
                <a:ext cx="209550" cy="114300"/>
              </a:xfrm>
              <a:prstGeom prst="roundRect">
                <a:avLst/>
              </a:prstGeom>
              <a:solidFill>
                <a:srgbClr val="F6DCA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" name="矩形: 圆角 90">
                <a:extLst>
                  <a:ext uri="{FF2B5EF4-FFF2-40B4-BE49-F238E27FC236}">
                    <a16:creationId xmlns:a16="http://schemas.microsoft.com/office/drawing/2014/main" id="{5EDC8195-3993-49D9-4E88-2AD9A135F123}"/>
                  </a:ext>
                </a:extLst>
              </p:cNvPr>
              <p:cNvSpPr/>
              <p:nvPr/>
            </p:nvSpPr>
            <p:spPr>
              <a:xfrm>
                <a:off x="5918645" y="3289300"/>
                <a:ext cx="209550" cy="114300"/>
              </a:xfrm>
              <a:prstGeom prst="roundRect">
                <a:avLst/>
              </a:prstGeom>
              <a:solidFill>
                <a:srgbClr val="D7E6F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2" name="矩形: 圆角 91">
                <a:extLst>
                  <a:ext uri="{FF2B5EF4-FFF2-40B4-BE49-F238E27FC236}">
                    <a16:creationId xmlns:a16="http://schemas.microsoft.com/office/drawing/2014/main" id="{BE9568BA-CC63-3077-CA8B-9CE001E44285}"/>
                  </a:ext>
                </a:extLst>
              </p:cNvPr>
              <p:cNvSpPr/>
              <p:nvPr/>
            </p:nvSpPr>
            <p:spPr>
              <a:xfrm>
                <a:off x="6169027" y="3289300"/>
                <a:ext cx="209550" cy="114300"/>
              </a:xfrm>
              <a:prstGeom prst="roundRect">
                <a:avLst/>
              </a:prstGeom>
              <a:solidFill>
                <a:srgbClr val="A9C8E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3" name="矩形: 圆角 92">
                <a:extLst>
                  <a:ext uri="{FF2B5EF4-FFF2-40B4-BE49-F238E27FC236}">
                    <a16:creationId xmlns:a16="http://schemas.microsoft.com/office/drawing/2014/main" id="{90D09E60-C6E6-193A-CC17-3601F6A36AB3}"/>
                  </a:ext>
                </a:extLst>
              </p:cNvPr>
              <p:cNvSpPr/>
              <p:nvPr/>
            </p:nvSpPr>
            <p:spPr>
              <a:xfrm>
                <a:off x="6675629" y="3289300"/>
                <a:ext cx="209550" cy="114300"/>
              </a:xfrm>
              <a:prstGeom prst="roundRect">
                <a:avLst/>
              </a:prstGeom>
              <a:solidFill>
                <a:srgbClr val="2F74D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4" name="矩形: 圆角 93">
                <a:extLst>
                  <a:ext uri="{FF2B5EF4-FFF2-40B4-BE49-F238E27FC236}">
                    <a16:creationId xmlns:a16="http://schemas.microsoft.com/office/drawing/2014/main" id="{EBEB39C9-A7F6-C621-F16C-31BC827EDF43}"/>
                  </a:ext>
                </a:extLst>
              </p:cNvPr>
              <p:cNvSpPr/>
              <p:nvPr/>
            </p:nvSpPr>
            <p:spPr>
              <a:xfrm>
                <a:off x="6422328" y="3289300"/>
                <a:ext cx="209550" cy="114300"/>
              </a:xfrm>
              <a:prstGeom prst="roundRect">
                <a:avLst/>
              </a:prstGeom>
              <a:solidFill>
                <a:srgbClr val="D7E6F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5" name="矩形: 圆角 94">
                <a:extLst>
                  <a:ext uri="{FF2B5EF4-FFF2-40B4-BE49-F238E27FC236}">
                    <a16:creationId xmlns:a16="http://schemas.microsoft.com/office/drawing/2014/main" id="{88D290E3-D529-C36F-E351-1A31ECBC52CC}"/>
                  </a:ext>
                </a:extLst>
              </p:cNvPr>
              <p:cNvSpPr/>
              <p:nvPr/>
            </p:nvSpPr>
            <p:spPr>
              <a:xfrm>
                <a:off x="6928930" y="3289300"/>
                <a:ext cx="209550" cy="114300"/>
              </a:xfrm>
              <a:prstGeom prst="roundRect">
                <a:avLst/>
              </a:prstGeom>
              <a:solidFill>
                <a:srgbClr val="D7E6F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6" name="矩形: 圆角 95">
                <a:extLst>
                  <a:ext uri="{FF2B5EF4-FFF2-40B4-BE49-F238E27FC236}">
                    <a16:creationId xmlns:a16="http://schemas.microsoft.com/office/drawing/2014/main" id="{0B0B1076-60E8-791D-CD8F-10FCCB9FD397}"/>
                  </a:ext>
                </a:extLst>
              </p:cNvPr>
              <p:cNvSpPr/>
              <p:nvPr/>
            </p:nvSpPr>
            <p:spPr>
              <a:xfrm>
                <a:off x="7179312" y="3289300"/>
                <a:ext cx="209550" cy="114300"/>
              </a:xfrm>
              <a:prstGeom prst="roundRect">
                <a:avLst/>
              </a:prstGeom>
              <a:solidFill>
                <a:srgbClr val="76A9E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7" name="矩形: 圆角 96">
                <a:extLst>
                  <a:ext uri="{FF2B5EF4-FFF2-40B4-BE49-F238E27FC236}">
                    <a16:creationId xmlns:a16="http://schemas.microsoft.com/office/drawing/2014/main" id="{FFE36C76-53CE-FBF9-CFA6-67E475623341}"/>
                  </a:ext>
                </a:extLst>
              </p:cNvPr>
              <p:cNvSpPr/>
              <p:nvPr/>
            </p:nvSpPr>
            <p:spPr>
              <a:xfrm>
                <a:off x="7685914" y="3289300"/>
                <a:ext cx="209550" cy="114300"/>
              </a:xfrm>
              <a:prstGeom prst="roundRect">
                <a:avLst/>
              </a:prstGeom>
              <a:solidFill>
                <a:srgbClr val="76A9E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8" name="矩形: 圆角 97">
                <a:extLst>
                  <a:ext uri="{FF2B5EF4-FFF2-40B4-BE49-F238E27FC236}">
                    <a16:creationId xmlns:a16="http://schemas.microsoft.com/office/drawing/2014/main" id="{5B3B00DF-D485-4F93-0381-7D9D69FAF25D}"/>
                  </a:ext>
                </a:extLst>
              </p:cNvPr>
              <p:cNvSpPr/>
              <p:nvPr/>
            </p:nvSpPr>
            <p:spPr>
              <a:xfrm>
                <a:off x="7432613" y="3289300"/>
                <a:ext cx="209550" cy="114300"/>
              </a:xfrm>
              <a:prstGeom prst="roundRect">
                <a:avLst/>
              </a:prstGeom>
              <a:solidFill>
                <a:srgbClr val="D7E6F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9" name="矩形: 圆角 98">
                <a:extLst>
                  <a:ext uri="{FF2B5EF4-FFF2-40B4-BE49-F238E27FC236}">
                    <a16:creationId xmlns:a16="http://schemas.microsoft.com/office/drawing/2014/main" id="{683E9F5D-C37A-D1E1-6C44-CECE7058176F}"/>
                  </a:ext>
                </a:extLst>
              </p:cNvPr>
              <p:cNvSpPr/>
              <p:nvPr/>
            </p:nvSpPr>
            <p:spPr>
              <a:xfrm>
                <a:off x="7939215" y="3289300"/>
                <a:ext cx="209550" cy="114300"/>
              </a:xfrm>
              <a:prstGeom prst="roundRect">
                <a:avLst/>
              </a:prstGeom>
              <a:solidFill>
                <a:srgbClr val="E6EDF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9" name="组合 78">
              <a:extLst>
                <a:ext uri="{FF2B5EF4-FFF2-40B4-BE49-F238E27FC236}">
                  <a16:creationId xmlns:a16="http://schemas.microsoft.com/office/drawing/2014/main" id="{3338AA6A-BA7F-34D9-A48C-54FCB19C609E}"/>
                </a:ext>
              </a:extLst>
            </p:cNvPr>
            <p:cNvGrpSpPr/>
            <p:nvPr/>
          </p:nvGrpSpPr>
          <p:grpSpPr>
            <a:xfrm>
              <a:off x="5512944" y="3467100"/>
              <a:ext cx="2483421" cy="114300"/>
              <a:chOff x="5665344" y="3289300"/>
              <a:chExt cx="2483421" cy="114300"/>
            </a:xfrm>
          </p:grpSpPr>
          <p:sp>
            <p:nvSpPr>
              <p:cNvPr id="80" name="矩形: 圆角 79">
                <a:extLst>
                  <a:ext uri="{FF2B5EF4-FFF2-40B4-BE49-F238E27FC236}">
                    <a16:creationId xmlns:a16="http://schemas.microsoft.com/office/drawing/2014/main" id="{EDBC9B12-60C7-9ED5-F1CE-403C6B054FCB}"/>
                  </a:ext>
                </a:extLst>
              </p:cNvPr>
              <p:cNvSpPr/>
              <p:nvPr/>
            </p:nvSpPr>
            <p:spPr>
              <a:xfrm>
                <a:off x="5665344" y="3289300"/>
                <a:ext cx="209550" cy="114300"/>
              </a:xfrm>
              <a:prstGeom prst="roundRect">
                <a:avLst/>
              </a:prstGeom>
              <a:solidFill>
                <a:srgbClr val="F6DCA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1" name="矩形: 圆角 80">
                <a:extLst>
                  <a:ext uri="{FF2B5EF4-FFF2-40B4-BE49-F238E27FC236}">
                    <a16:creationId xmlns:a16="http://schemas.microsoft.com/office/drawing/2014/main" id="{3DF77B5D-8432-5565-2185-F2E9A7299C6C}"/>
                  </a:ext>
                </a:extLst>
              </p:cNvPr>
              <p:cNvSpPr/>
              <p:nvPr/>
            </p:nvSpPr>
            <p:spPr>
              <a:xfrm>
                <a:off x="5918645" y="3289300"/>
                <a:ext cx="209550" cy="114300"/>
              </a:xfrm>
              <a:prstGeom prst="roundRect">
                <a:avLst/>
              </a:prstGeom>
              <a:solidFill>
                <a:srgbClr val="D7E6F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2" name="矩形: 圆角 81">
                <a:extLst>
                  <a:ext uri="{FF2B5EF4-FFF2-40B4-BE49-F238E27FC236}">
                    <a16:creationId xmlns:a16="http://schemas.microsoft.com/office/drawing/2014/main" id="{091BC816-31B6-A248-829D-6B43CBFF1DB5}"/>
                  </a:ext>
                </a:extLst>
              </p:cNvPr>
              <p:cNvSpPr/>
              <p:nvPr/>
            </p:nvSpPr>
            <p:spPr>
              <a:xfrm>
                <a:off x="6169027" y="3289300"/>
                <a:ext cx="209550" cy="114300"/>
              </a:xfrm>
              <a:prstGeom prst="roundRect">
                <a:avLst/>
              </a:prstGeom>
              <a:solidFill>
                <a:srgbClr val="76A9E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3" name="矩形: 圆角 82">
                <a:extLst>
                  <a:ext uri="{FF2B5EF4-FFF2-40B4-BE49-F238E27FC236}">
                    <a16:creationId xmlns:a16="http://schemas.microsoft.com/office/drawing/2014/main" id="{9BF90BE9-4FCC-437B-755E-23B7CF08A6A1}"/>
                  </a:ext>
                </a:extLst>
              </p:cNvPr>
              <p:cNvSpPr/>
              <p:nvPr/>
            </p:nvSpPr>
            <p:spPr>
              <a:xfrm>
                <a:off x="6675629" y="3289300"/>
                <a:ext cx="209550" cy="114300"/>
              </a:xfrm>
              <a:prstGeom prst="roundRect">
                <a:avLst/>
              </a:prstGeom>
              <a:solidFill>
                <a:srgbClr val="2F74D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4" name="矩形: 圆角 83">
                <a:extLst>
                  <a:ext uri="{FF2B5EF4-FFF2-40B4-BE49-F238E27FC236}">
                    <a16:creationId xmlns:a16="http://schemas.microsoft.com/office/drawing/2014/main" id="{00B02E17-5F3D-20E2-D6C6-228B6FA258D2}"/>
                  </a:ext>
                </a:extLst>
              </p:cNvPr>
              <p:cNvSpPr/>
              <p:nvPr/>
            </p:nvSpPr>
            <p:spPr>
              <a:xfrm>
                <a:off x="6422328" y="3289300"/>
                <a:ext cx="209550" cy="114300"/>
              </a:xfrm>
              <a:prstGeom prst="roundRect">
                <a:avLst/>
              </a:prstGeom>
              <a:solidFill>
                <a:srgbClr val="D7E6F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5" name="矩形: 圆角 84">
                <a:extLst>
                  <a:ext uri="{FF2B5EF4-FFF2-40B4-BE49-F238E27FC236}">
                    <a16:creationId xmlns:a16="http://schemas.microsoft.com/office/drawing/2014/main" id="{09A9A7B6-99AA-1F21-549E-4BD07CEA537F}"/>
                  </a:ext>
                </a:extLst>
              </p:cNvPr>
              <p:cNvSpPr/>
              <p:nvPr/>
            </p:nvSpPr>
            <p:spPr>
              <a:xfrm>
                <a:off x="6928930" y="3289300"/>
                <a:ext cx="209550" cy="114300"/>
              </a:xfrm>
              <a:prstGeom prst="roundRect">
                <a:avLst/>
              </a:prstGeom>
              <a:solidFill>
                <a:srgbClr val="D7E6F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6" name="矩形: 圆角 85">
                <a:extLst>
                  <a:ext uri="{FF2B5EF4-FFF2-40B4-BE49-F238E27FC236}">
                    <a16:creationId xmlns:a16="http://schemas.microsoft.com/office/drawing/2014/main" id="{CF1507A0-79FC-4478-49C4-5FF8C6B0B0B0}"/>
                  </a:ext>
                </a:extLst>
              </p:cNvPr>
              <p:cNvSpPr/>
              <p:nvPr/>
            </p:nvSpPr>
            <p:spPr>
              <a:xfrm>
                <a:off x="7179312" y="3289300"/>
                <a:ext cx="209550" cy="114300"/>
              </a:xfrm>
              <a:prstGeom prst="roundRect">
                <a:avLst/>
              </a:prstGeom>
              <a:solidFill>
                <a:srgbClr val="9FC2E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7" name="矩形: 圆角 86">
                <a:extLst>
                  <a:ext uri="{FF2B5EF4-FFF2-40B4-BE49-F238E27FC236}">
                    <a16:creationId xmlns:a16="http://schemas.microsoft.com/office/drawing/2014/main" id="{9171B4D8-B7F7-2D6A-C29D-D1EC1080783B}"/>
                  </a:ext>
                </a:extLst>
              </p:cNvPr>
              <p:cNvSpPr/>
              <p:nvPr/>
            </p:nvSpPr>
            <p:spPr>
              <a:xfrm>
                <a:off x="7685914" y="3289300"/>
                <a:ext cx="209550" cy="114300"/>
              </a:xfrm>
              <a:prstGeom prst="roundRect">
                <a:avLst/>
              </a:prstGeom>
              <a:solidFill>
                <a:srgbClr val="2F74D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8" name="矩形: 圆角 87">
                <a:extLst>
                  <a:ext uri="{FF2B5EF4-FFF2-40B4-BE49-F238E27FC236}">
                    <a16:creationId xmlns:a16="http://schemas.microsoft.com/office/drawing/2014/main" id="{B0F29BE0-3E2E-F0F4-5D1B-7B9D094E02E0}"/>
                  </a:ext>
                </a:extLst>
              </p:cNvPr>
              <p:cNvSpPr/>
              <p:nvPr/>
            </p:nvSpPr>
            <p:spPr>
              <a:xfrm>
                <a:off x="7432613" y="3289300"/>
                <a:ext cx="209550" cy="114300"/>
              </a:xfrm>
              <a:prstGeom prst="roundRect">
                <a:avLst/>
              </a:prstGeom>
              <a:solidFill>
                <a:srgbClr val="D7E6F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9" name="矩形: 圆角 88">
                <a:extLst>
                  <a:ext uri="{FF2B5EF4-FFF2-40B4-BE49-F238E27FC236}">
                    <a16:creationId xmlns:a16="http://schemas.microsoft.com/office/drawing/2014/main" id="{40FDB3FE-928D-6838-AE3A-8935B2A06E94}"/>
                  </a:ext>
                </a:extLst>
              </p:cNvPr>
              <p:cNvSpPr/>
              <p:nvPr/>
            </p:nvSpPr>
            <p:spPr>
              <a:xfrm>
                <a:off x="7939215" y="3289300"/>
                <a:ext cx="209550" cy="114300"/>
              </a:xfrm>
              <a:prstGeom prst="roundRect">
                <a:avLst/>
              </a:prstGeom>
              <a:solidFill>
                <a:srgbClr val="D7E6F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5AE4F552-9171-DADA-EC8F-E8AD3E16CB29}"/>
              </a:ext>
            </a:extLst>
          </p:cNvPr>
          <p:cNvGrpSpPr/>
          <p:nvPr/>
        </p:nvGrpSpPr>
        <p:grpSpPr>
          <a:xfrm>
            <a:off x="8670920" y="1018859"/>
            <a:ext cx="1406525" cy="412750"/>
            <a:chOff x="5762625" y="2425700"/>
            <a:chExt cx="1406525" cy="412750"/>
          </a:xfrm>
        </p:grpSpPr>
        <p:sp>
          <p:nvSpPr>
            <p:cNvPr id="103" name="矩形: 圆角 102">
              <a:extLst>
                <a:ext uri="{FF2B5EF4-FFF2-40B4-BE49-F238E27FC236}">
                  <a16:creationId xmlns:a16="http://schemas.microsoft.com/office/drawing/2014/main" id="{795E0820-38AB-08F7-4437-6F486BEA3F9F}"/>
                </a:ext>
              </a:extLst>
            </p:cNvPr>
            <p:cNvSpPr/>
            <p:nvPr/>
          </p:nvSpPr>
          <p:spPr>
            <a:xfrm>
              <a:off x="6994525" y="2425700"/>
              <a:ext cx="174625" cy="412750"/>
            </a:xfrm>
            <a:prstGeom prst="roundRect">
              <a:avLst/>
            </a:prstGeom>
            <a:solidFill>
              <a:srgbClr val="3679D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" name="矩形: 圆角 103">
              <a:extLst>
                <a:ext uri="{FF2B5EF4-FFF2-40B4-BE49-F238E27FC236}">
                  <a16:creationId xmlns:a16="http://schemas.microsoft.com/office/drawing/2014/main" id="{3594C4D0-2926-D485-2F20-0132A24DD5A9}"/>
                </a:ext>
              </a:extLst>
            </p:cNvPr>
            <p:cNvSpPr/>
            <p:nvPr/>
          </p:nvSpPr>
          <p:spPr>
            <a:xfrm>
              <a:off x="6784975" y="2559050"/>
              <a:ext cx="174625" cy="279400"/>
            </a:xfrm>
            <a:prstGeom prst="roundRect">
              <a:avLst/>
            </a:prstGeom>
            <a:solidFill>
              <a:srgbClr val="3679D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5" name="矩形: 圆角 104">
              <a:extLst>
                <a:ext uri="{FF2B5EF4-FFF2-40B4-BE49-F238E27FC236}">
                  <a16:creationId xmlns:a16="http://schemas.microsoft.com/office/drawing/2014/main" id="{EDFFA864-C308-858D-20FD-7AFA0FF93017}"/>
                </a:ext>
              </a:extLst>
            </p:cNvPr>
            <p:cNvSpPr/>
            <p:nvPr/>
          </p:nvSpPr>
          <p:spPr>
            <a:xfrm>
              <a:off x="6581775" y="2698750"/>
              <a:ext cx="174625" cy="139700"/>
            </a:xfrm>
            <a:prstGeom prst="roundRect">
              <a:avLst/>
            </a:prstGeom>
            <a:solidFill>
              <a:srgbClr val="AFCB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6" name="矩形: 圆角 105">
              <a:extLst>
                <a:ext uri="{FF2B5EF4-FFF2-40B4-BE49-F238E27FC236}">
                  <a16:creationId xmlns:a16="http://schemas.microsoft.com/office/drawing/2014/main" id="{F3244260-5B18-6385-026A-E82E3DF9AF51}"/>
                </a:ext>
              </a:extLst>
            </p:cNvPr>
            <p:cNvSpPr/>
            <p:nvPr/>
          </p:nvSpPr>
          <p:spPr>
            <a:xfrm>
              <a:off x="6372225" y="2489200"/>
              <a:ext cx="174625" cy="349250"/>
            </a:xfrm>
            <a:prstGeom prst="roundRect">
              <a:avLst/>
            </a:prstGeom>
            <a:solidFill>
              <a:srgbClr val="3679D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7" name="矩形: 圆角 106">
              <a:extLst>
                <a:ext uri="{FF2B5EF4-FFF2-40B4-BE49-F238E27FC236}">
                  <a16:creationId xmlns:a16="http://schemas.microsoft.com/office/drawing/2014/main" id="{2F174F2B-8D1B-D061-7F31-E6F12B9381BE}"/>
                </a:ext>
              </a:extLst>
            </p:cNvPr>
            <p:cNvSpPr/>
            <p:nvPr/>
          </p:nvSpPr>
          <p:spPr>
            <a:xfrm>
              <a:off x="6169025" y="2698750"/>
              <a:ext cx="174625" cy="139700"/>
            </a:xfrm>
            <a:prstGeom prst="roundRect">
              <a:avLst/>
            </a:prstGeom>
            <a:solidFill>
              <a:srgbClr val="AFCB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8" name="矩形: 圆角 107">
              <a:extLst>
                <a:ext uri="{FF2B5EF4-FFF2-40B4-BE49-F238E27FC236}">
                  <a16:creationId xmlns:a16="http://schemas.microsoft.com/office/drawing/2014/main" id="{AE893C98-0003-8618-C865-FA69DC2B9605}"/>
                </a:ext>
              </a:extLst>
            </p:cNvPr>
            <p:cNvSpPr/>
            <p:nvPr/>
          </p:nvSpPr>
          <p:spPr>
            <a:xfrm>
              <a:off x="5965825" y="2622550"/>
              <a:ext cx="174625" cy="215900"/>
            </a:xfrm>
            <a:prstGeom prst="roundRect">
              <a:avLst/>
            </a:prstGeom>
            <a:solidFill>
              <a:srgbClr val="78AAE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" name="矩形: 圆角 108">
              <a:extLst>
                <a:ext uri="{FF2B5EF4-FFF2-40B4-BE49-F238E27FC236}">
                  <a16:creationId xmlns:a16="http://schemas.microsoft.com/office/drawing/2014/main" id="{B5C3E6CE-6900-1227-040C-DB655D9075B6}"/>
                </a:ext>
              </a:extLst>
            </p:cNvPr>
            <p:cNvSpPr/>
            <p:nvPr/>
          </p:nvSpPr>
          <p:spPr>
            <a:xfrm>
              <a:off x="5762625" y="2774950"/>
              <a:ext cx="174625" cy="63500"/>
            </a:xfrm>
            <a:prstGeom prst="roundRect">
              <a:avLst/>
            </a:prstGeom>
            <a:solidFill>
              <a:srgbClr val="AFCB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10" name="直接连接符 109">
            <a:extLst>
              <a:ext uri="{FF2B5EF4-FFF2-40B4-BE49-F238E27FC236}">
                <a16:creationId xmlns:a16="http://schemas.microsoft.com/office/drawing/2014/main" id="{4C130F7F-EDD5-682E-3E41-F2FC490D4022}"/>
              </a:ext>
            </a:extLst>
          </p:cNvPr>
          <p:cNvCxnSpPr/>
          <p:nvPr/>
        </p:nvCxnSpPr>
        <p:spPr>
          <a:xfrm>
            <a:off x="8664569" y="1476059"/>
            <a:ext cx="1406525" cy="0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矩形: 圆角 110">
            <a:extLst>
              <a:ext uri="{FF2B5EF4-FFF2-40B4-BE49-F238E27FC236}">
                <a16:creationId xmlns:a16="http://schemas.microsoft.com/office/drawing/2014/main" id="{72FE32AB-8713-06CE-5CC3-E825567526E4}"/>
              </a:ext>
            </a:extLst>
          </p:cNvPr>
          <p:cNvSpPr/>
          <p:nvPr/>
        </p:nvSpPr>
        <p:spPr>
          <a:xfrm>
            <a:off x="8566143" y="488634"/>
            <a:ext cx="1603376" cy="1060450"/>
          </a:xfrm>
          <a:prstGeom prst="roundRect">
            <a:avLst>
              <a:gd name="adj" fmla="val 598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E31141CB-67E7-BE0A-EA70-9FF0A8B73900}"/>
              </a:ext>
            </a:extLst>
          </p:cNvPr>
          <p:cNvSpPr txBox="1"/>
          <p:nvPr/>
        </p:nvSpPr>
        <p:spPr>
          <a:xfrm>
            <a:off x="8566143" y="509916"/>
            <a:ext cx="14346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Scores</a:t>
            </a:r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DEEF130F-1B46-31BD-833F-DD306A039788}"/>
              </a:ext>
            </a:extLst>
          </p:cNvPr>
          <p:cNvSpPr txBox="1"/>
          <p:nvPr/>
        </p:nvSpPr>
        <p:spPr>
          <a:xfrm>
            <a:off x="8534617" y="761927"/>
            <a:ext cx="14346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Scores</a:t>
            </a:r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F1B78DBB-A56A-8D3D-2301-A19F09BF52B3}"/>
              </a:ext>
            </a:extLst>
          </p:cNvPr>
          <p:cNvSpPr txBox="1"/>
          <p:nvPr/>
        </p:nvSpPr>
        <p:spPr>
          <a:xfrm>
            <a:off x="5474519" y="481513"/>
            <a:ext cx="33333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 Attention</a:t>
            </a:r>
          </a:p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Eagar preview · per-layer hooks· reduce immediately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矩形: 圆角 116">
            <a:extLst>
              <a:ext uri="{FF2B5EF4-FFF2-40B4-BE49-F238E27FC236}">
                <a16:creationId xmlns:a16="http://schemas.microsoft.com/office/drawing/2014/main" id="{C4878169-5470-4B00-1A36-55B21A9798E4}"/>
              </a:ext>
            </a:extLst>
          </p:cNvPr>
          <p:cNvSpPr/>
          <p:nvPr/>
        </p:nvSpPr>
        <p:spPr>
          <a:xfrm>
            <a:off x="3883563" y="1689688"/>
            <a:ext cx="3968750" cy="683275"/>
          </a:xfrm>
          <a:prstGeom prst="roundRect">
            <a:avLst>
              <a:gd name="adj" fmla="val 598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3" name="矩形: 圆角 122">
            <a:extLst>
              <a:ext uri="{FF2B5EF4-FFF2-40B4-BE49-F238E27FC236}">
                <a16:creationId xmlns:a16="http://schemas.microsoft.com/office/drawing/2014/main" id="{440D49B9-748E-6D47-8440-2219AEE0DFF8}"/>
              </a:ext>
            </a:extLst>
          </p:cNvPr>
          <p:cNvSpPr/>
          <p:nvPr/>
        </p:nvSpPr>
        <p:spPr>
          <a:xfrm>
            <a:off x="3905137" y="479587"/>
            <a:ext cx="1479313" cy="527175"/>
          </a:xfrm>
          <a:prstGeom prst="roundRect">
            <a:avLst>
              <a:gd name="adj" fmla="val 598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9D36C183-939D-2DFB-3B80-B9AE9BB09CB1}"/>
              </a:ext>
            </a:extLst>
          </p:cNvPr>
          <p:cNvSpPr txBox="1"/>
          <p:nvPr/>
        </p:nvSpPr>
        <p:spPr>
          <a:xfrm>
            <a:off x="4860420" y="1692572"/>
            <a:ext cx="29918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Top-Budget Re-Selection</a:t>
            </a:r>
            <a:endParaRPr lang="zh-CN" altLang="en-US" sz="14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6" name="组合 125">
            <a:extLst>
              <a:ext uri="{FF2B5EF4-FFF2-40B4-BE49-F238E27FC236}">
                <a16:creationId xmlns:a16="http://schemas.microsoft.com/office/drawing/2014/main" id="{16B8762F-077E-57AB-8056-3B4AC6579699}"/>
              </a:ext>
            </a:extLst>
          </p:cNvPr>
          <p:cNvGrpSpPr/>
          <p:nvPr/>
        </p:nvGrpSpPr>
        <p:grpSpPr>
          <a:xfrm>
            <a:off x="4355520" y="2069141"/>
            <a:ext cx="3052384" cy="234950"/>
            <a:chOff x="5665344" y="3289300"/>
            <a:chExt cx="2483421" cy="114300"/>
          </a:xfrm>
        </p:grpSpPr>
        <p:sp>
          <p:nvSpPr>
            <p:cNvPr id="127" name="矩形: 圆角 126">
              <a:extLst>
                <a:ext uri="{FF2B5EF4-FFF2-40B4-BE49-F238E27FC236}">
                  <a16:creationId xmlns:a16="http://schemas.microsoft.com/office/drawing/2014/main" id="{7DA8ED59-EF52-88D6-BE92-D88556B17B07}"/>
                </a:ext>
              </a:extLst>
            </p:cNvPr>
            <p:cNvSpPr/>
            <p:nvPr/>
          </p:nvSpPr>
          <p:spPr>
            <a:xfrm>
              <a:off x="5665344" y="3289300"/>
              <a:ext cx="209550" cy="114300"/>
            </a:xfrm>
            <a:prstGeom prst="roundRect">
              <a:avLst/>
            </a:prstGeom>
            <a:solidFill>
              <a:srgbClr val="E69A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latin typeface="Microsoft PhagsPa" panose="020B0502040204020203" pitchFamily="34" charset="0"/>
                </a:rPr>
                <a:t>A</a:t>
              </a:r>
              <a:endParaRPr lang="zh-CN" altLang="en-US" sz="1200" dirty="0">
                <a:latin typeface="Microsoft PhagsPa" panose="020B0502040204020203" pitchFamily="34" charset="0"/>
              </a:endParaRPr>
            </a:p>
          </p:txBody>
        </p:sp>
        <p:sp>
          <p:nvSpPr>
            <p:cNvPr id="128" name="矩形: 圆角 127">
              <a:extLst>
                <a:ext uri="{FF2B5EF4-FFF2-40B4-BE49-F238E27FC236}">
                  <a16:creationId xmlns:a16="http://schemas.microsoft.com/office/drawing/2014/main" id="{58B48D82-CCCD-BBB1-56CE-7F091C61B7E8}"/>
                </a:ext>
              </a:extLst>
            </p:cNvPr>
            <p:cNvSpPr/>
            <p:nvPr/>
          </p:nvSpPr>
          <p:spPr>
            <a:xfrm>
              <a:off x="5918645" y="3289300"/>
              <a:ext cx="209550" cy="114300"/>
            </a:xfrm>
            <a:prstGeom prst="roundRect">
              <a:avLst/>
            </a:prstGeom>
            <a:solidFill>
              <a:srgbClr val="D7E6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9" name="矩形: 圆角 128">
              <a:extLst>
                <a:ext uri="{FF2B5EF4-FFF2-40B4-BE49-F238E27FC236}">
                  <a16:creationId xmlns:a16="http://schemas.microsoft.com/office/drawing/2014/main" id="{1139D2C4-C47A-1880-93EC-8914BBD56287}"/>
                </a:ext>
              </a:extLst>
            </p:cNvPr>
            <p:cNvSpPr/>
            <p:nvPr/>
          </p:nvSpPr>
          <p:spPr>
            <a:xfrm>
              <a:off x="6169027" y="3289300"/>
              <a:ext cx="209550" cy="114300"/>
            </a:xfrm>
            <a:prstGeom prst="roundRect">
              <a:avLst/>
            </a:prstGeom>
            <a:solidFill>
              <a:srgbClr val="2F74D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0" name="矩形: 圆角 129">
              <a:extLst>
                <a:ext uri="{FF2B5EF4-FFF2-40B4-BE49-F238E27FC236}">
                  <a16:creationId xmlns:a16="http://schemas.microsoft.com/office/drawing/2014/main" id="{4123F80B-E7E8-C657-F086-03EB77EA0AB7}"/>
                </a:ext>
              </a:extLst>
            </p:cNvPr>
            <p:cNvSpPr/>
            <p:nvPr/>
          </p:nvSpPr>
          <p:spPr>
            <a:xfrm>
              <a:off x="6675629" y="3289300"/>
              <a:ext cx="209550" cy="114300"/>
            </a:xfrm>
            <a:prstGeom prst="roundRect">
              <a:avLst/>
            </a:prstGeom>
            <a:solidFill>
              <a:srgbClr val="2F74D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1" name="矩形: 圆角 130">
              <a:extLst>
                <a:ext uri="{FF2B5EF4-FFF2-40B4-BE49-F238E27FC236}">
                  <a16:creationId xmlns:a16="http://schemas.microsoft.com/office/drawing/2014/main" id="{31F96A04-713E-4F57-4901-65B501E81623}"/>
                </a:ext>
              </a:extLst>
            </p:cNvPr>
            <p:cNvSpPr/>
            <p:nvPr/>
          </p:nvSpPr>
          <p:spPr>
            <a:xfrm>
              <a:off x="6422328" y="3289300"/>
              <a:ext cx="209550" cy="114300"/>
            </a:xfrm>
            <a:prstGeom prst="roundRect">
              <a:avLst/>
            </a:prstGeom>
            <a:solidFill>
              <a:srgbClr val="D7E6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2" name="矩形: 圆角 131">
              <a:extLst>
                <a:ext uri="{FF2B5EF4-FFF2-40B4-BE49-F238E27FC236}">
                  <a16:creationId xmlns:a16="http://schemas.microsoft.com/office/drawing/2014/main" id="{252E2D2D-A2E6-B660-666D-1799241393A5}"/>
                </a:ext>
              </a:extLst>
            </p:cNvPr>
            <p:cNvSpPr/>
            <p:nvPr/>
          </p:nvSpPr>
          <p:spPr>
            <a:xfrm>
              <a:off x="6928930" y="3289300"/>
              <a:ext cx="209550" cy="114300"/>
            </a:xfrm>
            <a:prstGeom prst="roundRect">
              <a:avLst/>
            </a:prstGeom>
            <a:solidFill>
              <a:srgbClr val="D7E6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3" name="矩形: 圆角 132">
              <a:extLst>
                <a:ext uri="{FF2B5EF4-FFF2-40B4-BE49-F238E27FC236}">
                  <a16:creationId xmlns:a16="http://schemas.microsoft.com/office/drawing/2014/main" id="{1B311ABD-2FED-5681-ABA8-A25E2026C573}"/>
                </a:ext>
              </a:extLst>
            </p:cNvPr>
            <p:cNvSpPr/>
            <p:nvPr/>
          </p:nvSpPr>
          <p:spPr>
            <a:xfrm>
              <a:off x="7179312" y="3289300"/>
              <a:ext cx="209550" cy="114300"/>
            </a:xfrm>
            <a:prstGeom prst="roundRect">
              <a:avLst/>
            </a:prstGeom>
            <a:solidFill>
              <a:srgbClr val="E4E9E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4" name="矩形: 圆角 133">
              <a:extLst>
                <a:ext uri="{FF2B5EF4-FFF2-40B4-BE49-F238E27FC236}">
                  <a16:creationId xmlns:a16="http://schemas.microsoft.com/office/drawing/2014/main" id="{E9E47FF7-0716-6FBE-9864-D11F93A01D71}"/>
                </a:ext>
              </a:extLst>
            </p:cNvPr>
            <p:cNvSpPr/>
            <p:nvPr/>
          </p:nvSpPr>
          <p:spPr>
            <a:xfrm>
              <a:off x="7685914" y="3289300"/>
              <a:ext cx="209550" cy="114300"/>
            </a:xfrm>
            <a:prstGeom prst="roundRect">
              <a:avLst/>
            </a:prstGeom>
            <a:solidFill>
              <a:srgbClr val="E4E9E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5" name="矩形: 圆角 134">
              <a:extLst>
                <a:ext uri="{FF2B5EF4-FFF2-40B4-BE49-F238E27FC236}">
                  <a16:creationId xmlns:a16="http://schemas.microsoft.com/office/drawing/2014/main" id="{08A8E75C-1342-1C03-B8C1-5040CDCA68A6}"/>
                </a:ext>
              </a:extLst>
            </p:cNvPr>
            <p:cNvSpPr/>
            <p:nvPr/>
          </p:nvSpPr>
          <p:spPr>
            <a:xfrm>
              <a:off x="7432613" y="3289300"/>
              <a:ext cx="209550" cy="114300"/>
            </a:xfrm>
            <a:prstGeom prst="roundRect">
              <a:avLst/>
            </a:prstGeom>
            <a:solidFill>
              <a:srgbClr val="2F74D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6" name="矩形: 圆角 135">
              <a:extLst>
                <a:ext uri="{FF2B5EF4-FFF2-40B4-BE49-F238E27FC236}">
                  <a16:creationId xmlns:a16="http://schemas.microsoft.com/office/drawing/2014/main" id="{E56017BF-E8B9-AB6A-7342-9F7A22A5D878}"/>
                </a:ext>
              </a:extLst>
            </p:cNvPr>
            <p:cNvSpPr/>
            <p:nvPr/>
          </p:nvSpPr>
          <p:spPr>
            <a:xfrm>
              <a:off x="7939215" y="3289300"/>
              <a:ext cx="209550" cy="114300"/>
            </a:xfrm>
            <a:prstGeom prst="roundRect">
              <a:avLst/>
            </a:prstGeom>
            <a:solidFill>
              <a:srgbClr val="2F74D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5" name="矩形: 圆角 144">
            <a:extLst>
              <a:ext uri="{FF2B5EF4-FFF2-40B4-BE49-F238E27FC236}">
                <a16:creationId xmlns:a16="http://schemas.microsoft.com/office/drawing/2014/main" id="{23C9E787-20AC-B753-2ABB-C274ACEFDD5F}"/>
              </a:ext>
            </a:extLst>
          </p:cNvPr>
          <p:cNvSpPr/>
          <p:nvPr/>
        </p:nvSpPr>
        <p:spPr>
          <a:xfrm>
            <a:off x="1444144" y="710257"/>
            <a:ext cx="1951898" cy="1206617"/>
          </a:xfrm>
          <a:prstGeom prst="roundRect">
            <a:avLst>
              <a:gd name="adj" fmla="val 454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6" name="文本框 145">
            <a:extLst>
              <a:ext uri="{FF2B5EF4-FFF2-40B4-BE49-F238E27FC236}">
                <a16:creationId xmlns:a16="http://schemas.microsoft.com/office/drawing/2014/main" id="{41CFCCB0-FEA5-A38B-3BF7-DB383055BFB1}"/>
              </a:ext>
            </a:extLst>
          </p:cNvPr>
          <p:cNvSpPr txBox="1"/>
          <p:nvPr/>
        </p:nvSpPr>
        <p:spPr>
          <a:xfrm>
            <a:off x="1444145" y="683231"/>
            <a:ext cx="19518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Retained cache C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47" name="组合 146">
            <a:extLst>
              <a:ext uri="{FF2B5EF4-FFF2-40B4-BE49-F238E27FC236}">
                <a16:creationId xmlns:a16="http://schemas.microsoft.com/office/drawing/2014/main" id="{3C76AA08-8241-DA2D-025C-85090C6EFE5B}"/>
              </a:ext>
            </a:extLst>
          </p:cNvPr>
          <p:cNvGrpSpPr/>
          <p:nvPr/>
        </p:nvGrpSpPr>
        <p:grpSpPr>
          <a:xfrm>
            <a:off x="1594257" y="1239472"/>
            <a:ext cx="1685242" cy="325290"/>
            <a:chOff x="1226217" y="2364205"/>
            <a:chExt cx="1620756" cy="325290"/>
          </a:xfrm>
        </p:grpSpPr>
        <p:sp>
          <p:nvSpPr>
            <p:cNvPr id="148" name="矩形: 圆角 147">
              <a:extLst>
                <a:ext uri="{FF2B5EF4-FFF2-40B4-BE49-F238E27FC236}">
                  <a16:creationId xmlns:a16="http://schemas.microsoft.com/office/drawing/2014/main" id="{877C0C37-8E2E-646D-4A8B-976FE97F3738}"/>
                </a:ext>
              </a:extLst>
            </p:cNvPr>
            <p:cNvSpPr/>
            <p:nvPr/>
          </p:nvSpPr>
          <p:spPr>
            <a:xfrm>
              <a:off x="1226217" y="2364206"/>
              <a:ext cx="209550" cy="325289"/>
            </a:xfrm>
            <a:prstGeom prst="roundRect">
              <a:avLst/>
            </a:prstGeom>
            <a:solidFill>
              <a:srgbClr val="E69A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latin typeface="Microsoft PhagsPa" panose="020B0502040204020203" pitchFamily="34" charset="0"/>
                </a:rPr>
                <a:t>S</a:t>
              </a:r>
              <a:endParaRPr lang="zh-CN" altLang="en-US" sz="1200" dirty="0">
                <a:latin typeface="Microsoft PhagsPa" panose="020B0502040204020203" pitchFamily="34" charset="0"/>
              </a:endParaRPr>
            </a:p>
          </p:txBody>
        </p:sp>
        <p:sp>
          <p:nvSpPr>
            <p:cNvPr id="149" name="矩形: 圆角 148">
              <a:extLst>
                <a:ext uri="{FF2B5EF4-FFF2-40B4-BE49-F238E27FC236}">
                  <a16:creationId xmlns:a16="http://schemas.microsoft.com/office/drawing/2014/main" id="{D2E6E524-6B3A-9C7F-0022-4FBD9DADB914}"/>
                </a:ext>
              </a:extLst>
            </p:cNvPr>
            <p:cNvSpPr/>
            <p:nvPr/>
          </p:nvSpPr>
          <p:spPr>
            <a:xfrm>
              <a:off x="1461418" y="2364205"/>
              <a:ext cx="209550" cy="325289"/>
            </a:xfrm>
            <a:prstGeom prst="roundRect">
              <a:avLst/>
            </a:prstGeom>
            <a:solidFill>
              <a:srgbClr val="CFE1F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latin typeface="Microsoft PhagsPa" panose="020B0502040204020203" pitchFamily="34" charset="0"/>
              </a:endParaRPr>
            </a:p>
          </p:txBody>
        </p:sp>
        <p:sp>
          <p:nvSpPr>
            <p:cNvPr id="150" name="矩形: 圆角 149">
              <a:extLst>
                <a:ext uri="{FF2B5EF4-FFF2-40B4-BE49-F238E27FC236}">
                  <a16:creationId xmlns:a16="http://schemas.microsoft.com/office/drawing/2014/main" id="{52CE7291-D7CD-6B94-1910-0EB400C3C690}"/>
                </a:ext>
              </a:extLst>
            </p:cNvPr>
            <p:cNvSpPr/>
            <p:nvPr/>
          </p:nvSpPr>
          <p:spPr>
            <a:xfrm>
              <a:off x="1696619" y="2364206"/>
              <a:ext cx="209550" cy="325289"/>
            </a:xfrm>
            <a:prstGeom prst="roundRect">
              <a:avLst/>
            </a:prstGeom>
            <a:solidFill>
              <a:srgbClr val="77AAE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latin typeface="Microsoft PhagsPa" panose="020B0502040204020203" pitchFamily="34" charset="0"/>
              </a:endParaRPr>
            </a:p>
          </p:txBody>
        </p:sp>
        <p:sp>
          <p:nvSpPr>
            <p:cNvPr id="151" name="矩形: 圆角 150">
              <a:extLst>
                <a:ext uri="{FF2B5EF4-FFF2-40B4-BE49-F238E27FC236}">
                  <a16:creationId xmlns:a16="http://schemas.microsoft.com/office/drawing/2014/main" id="{334CE42F-8006-ED71-57EC-84D978D6CE37}"/>
                </a:ext>
              </a:extLst>
            </p:cNvPr>
            <p:cNvSpPr/>
            <p:nvPr/>
          </p:nvSpPr>
          <p:spPr>
            <a:xfrm>
              <a:off x="1931820" y="2364205"/>
              <a:ext cx="209550" cy="325289"/>
            </a:xfrm>
            <a:prstGeom prst="roundRect">
              <a:avLst/>
            </a:prstGeom>
            <a:solidFill>
              <a:srgbClr val="CFE1F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latin typeface="Microsoft PhagsPa" panose="020B0502040204020203" pitchFamily="34" charset="0"/>
              </a:endParaRPr>
            </a:p>
          </p:txBody>
        </p:sp>
        <p:sp>
          <p:nvSpPr>
            <p:cNvPr id="152" name="矩形: 圆角 151">
              <a:extLst>
                <a:ext uri="{FF2B5EF4-FFF2-40B4-BE49-F238E27FC236}">
                  <a16:creationId xmlns:a16="http://schemas.microsoft.com/office/drawing/2014/main" id="{1F5A2D83-7BD8-F19F-9D85-CE5B4DDCB97C}"/>
                </a:ext>
              </a:extLst>
            </p:cNvPr>
            <p:cNvSpPr/>
            <p:nvPr/>
          </p:nvSpPr>
          <p:spPr>
            <a:xfrm>
              <a:off x="2167021" y="2364205"/>
              <a:ext cx="209550" cy="325289"/>
            </a:xfrm>
            <a:prstGeom prst="roundRect">
              <a:avLst/>
            </a:prstGeom>
            <a:solidFill>
              <a:srgbClr val="2F74D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latin typeface="Microsoft PhagsPa" panose="020B0502040204020203" pitchFamily="34" charset="0"/>
              </a:endParaRPr>
            </a:p>
          </p:txBody>
        </p:sp>
        <p:sp>
          <p:nvSpPr>
            <p:cNvPr id="153" name="矩形: 圆角 152">
              <a:extLst>
                <a:ext uri="{FF2B5EF4-FFF2-40B4-BE49-F238E27FC236}">
                  <a16:creationId xmlns:a16="http://schemas.microsoft.com/office/drawing/2014/main" id="{08423D43-26EA-61D0-550A-1236DC317B54}"/>
                </a:ext>
              </a:extLst>
            </p:cNvPr>
            <p:cNvSpPr/>
            <p:nvPr/>
          </p:nvSpPr>
          <p:spPr>
            <a:xfrm>
              <a:off x="2402222" y="2364206"/>
              <a:ext cx="209550" cy="325289"/>
            </a:xfrm>
            <a:prstGeom prst="roundRect">
              <a:avLst/>
            </a:prstGeom>
            <a:solidFill>
              <a:srgbClr val="CFE1F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latin typeface="Microsoft PhagsPa" panose="020B0502040204020203" pitchFamily="34" charset="0"/>
              </a:endParaRPr>
            </a:p>
          </p:txBody>
        </p:sp>
        <p:sp>
          <p:nvSpPr>
            <p:cNvPr id="154" name="矩形: 圆角 153">
              <a:extLst>
                <a:ext uri="{FF2B5EF4-FFF2-40B4-BE49-F238E27FC236}">
                  <a16:creationId xmlns:a16="http://schemas.microsoft.com/office/drawing/2014/main" id="{553A179A-419C-321C-1315-444A72F21BD7}"/>
                </a:ext>
              </a:extLst>
            </p:cNvPr>
            <p:cNvSpPr/>
            <p:nvPr/>
          </p:nvSpPr>
          <p:spPr>
            <a:xfrm>
              <a:off x="2637423" y="2364205"/>
              <a:ext cx="209550" cy="325289"/>
            </a:xfrm>
            <a:prstGeom prst="roundRect">
              <a:avLst/>
            </a:prstGeom>
            <a:solidFill>
              <a:srgbClr val="77AAE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latin typeface="Microsoft PhagsPa" panose="020B0502040204020203" pitchFamily="34" charset="0"/>
              </a:endParaRPr>
            </a:p>
          </p:txBody>
        </p:sp>
      </p:grpSp>
      <p:cxnSp>
        <p:nvCxnSpPr>
          <p:cNvPr id="155" name="直接箭头连接符 154">
            <a:extLst>
              <a:ext uri="{FF2B5EF4-FFF2-40B4-BE49-F238E27FC236}">
                <a16:creationId xmlns:a16="http://schemas.microsoft.com/office/drawing/2014/main" id="{619626F1-43A3-58F0-9598-A5B10D473903}"/>
              </a:ext>
            </a:extLst>
          </p:cNvPr>
          <p:cNvCxnSpPr/>
          <p:nvPr/>
        </p:nvCxnSpPr>
        <p:spPr>
          <a:xfrm>
            <a:off x="1583982" y="1625728"/>
            <a:ext cx="170579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文本框 155">
            <a:extLst>
              <a:ext uri="{FF2B5EF4-FFF2-40B4-BE49-F238E27FC236}">
                <a16:creationId xmlns:a16="http://schemas.microsoft.com/office/drawing/2014/main" id="{B13F8991-8ECA-6467-BEA4-516F45D1F1D8}"/>
              </a:ext>
            </a:extLst>
          </p:cNvPr>
          <p:cNvSpPr txBox="1"/>
          <p:nvPr/>
        </p:nvSpPr>
        <p:spPr>
          <a:xfrm>
            <a:off x="1493183" y="926348"/>
            <a:ext cx="149594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Top-Budget Re-Selection</a:t>
            </a:r>
            <a:endParaRPr lang="zh-CN" altLang="en-US" sz="10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7" name="文本框 156">
            <a:extLst>
              <a:ext uri="{FF2B5EF4-FFF2-40B4-BE49-F238E27FC236}">
                <a16:creationId xmlns:a16="http://schemas.microsoft.com/office/drawing/2014/main" id="{90F53A44-5180-C9A8-1FFD-1B75D848416C}"/>
              </a:ext>
            </a:extLst>
          </p:cNvPr>
          <p:cNvSpPr txBox="1"/>
          <p:nvPr/>
        </p:nvSpPr>
        <p:spPr>
          <a:xfrm>
            <a:off x="1684814" y="1670653"/>
            <a:ext cx="149594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Top-Budget Re-Selection</a:t>
            </a:r>
            <a:endParaRPr lang="zh-CN" altLang="en-US" sz="10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9" name="文本框 158">
            <a:extLst>
              <a:ext uri="{FF2B5EF4-FFF2-40B4-BE49-F238E27FC236}">
                <a16:creationId xmlns:a16="http://schemas.microsoft.com/office/drawing/2014/main" id="{D46222C8-6E42-E2CD-605D-45419CA743E6}"/>
              </a:ext>
            </a:extLst>
          </p:cNvPr>
          <p:cNvSpPr txBox="1"/>
          <p:nvPr/>
        </p:nvSpPr>
        <p:spPr>
          <a:xfrm>
            <a:off x="231728" y="1320870"/>
            <a:ext cx="11424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images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1" name="矩形: 圆角 160">
            <a:extLst>
              <a:ext uri="{FF2B5EF4-FFF2-40B4-BE49-F238E27FC236}">
                <a16:creationId xmlns:a16="http://schemas.microsoft.com/office/drawing/2014/main" id="{4B277B77-2C69-6ECD-D958-B79307A512C9}"/>
              </a:ext>
            </a:extLst>
          </p:cNvPr>
          <p:cNvSpPr/>
          <p:nvPr/>
        </p:nvSpPr>
        <p:spPr>
          <a:xfrm>
            <a:off x="295052" y="2044927"/>
            <a:ext cx="3100990" cy="399122"/>
          </a:xfrm>
          <a:prstGeom prst="roundRect">
            <a:avLst>
              <a:gd name="adj" fmla="val 598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3" name="文本框 162">
            <a:extLst>
              <a:ext uri="{FF2B5EF4-FFF2-40B4-BE49-F238E27FC236}">
                <a16:creationId xmlns:a16="http://schemas.microsoft.com/office/drawing/2014/main" id="{6B3524F4-8655-1FEB-12F2-69670A790881}"/>
              </a:ext>
            </a:extLst>
          </p:cNvPr>
          <p:cNvSpPr txBox="1"/>
          <p:nvPr/>
        </p:nvSpPr>
        <p:spPr>
          <a:xfrm>
            <a:off x="3785765" y="3456396"/>
            <a:ext cx="1252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Allowed Keys</a:t>
            </a:r>
            <a:endParaRPr lang="zh-CN" altLang="en-US" sz="14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5" name="矩形: 圆角 164">
            <a:extLst>
              <a:ext uri="{FF2B5EF4-FFF2-40B4-BE49-F238E27FC236}">
                <a16:creationId xmlns:a16="http://schemas.microsoft.com/office/drawing/2014/main" id="{E4EE23F8-14CB-A01F-A126-D40051971D03}"/>
              </a:ext>
            </a:extLst>
          </p:cNvPr>
          <p:cNvSpPr/>
          <p:nvPr/>
        </p:nvSpPr>
        <p:spPr>
          <a:xfrm>
            <a:off x="7995711" y="1688966"/>
            <a:ext cx="2182326" cy="683275"/>
          </a:xfrm>
          <a:prstGeom prst="roundRect">
            <a:avLst>
              <a:gd name="adj" fmla="val 598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89439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139</TotalTime>
  <Words>108</Words>
  <Application>Microsoft Office PowerPoint</Application>
  <PresentationFormat>自定义</PresentationFormat>
  <Paragraphs>30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Cambria Math</vt:lpstr>
      <vt:lpstr>Microsoft PhagsPa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Jiahui Geng</dc:creator>
  <cp:lastModifiedBy>Jiahui Geng</cp:lastModifiedBy>
  <cp:revision>7</cp:revision>
  <dcterms:created xsi:type="dcterms:W3CDTF">2026-07-23T18:34:31Z</dcterms:created>
  <dcterms:modified xsi:type="dcterms:W3CDTF">2026-07-24T16:29:24Z</dcterms:modified>
</cp:coreProperties>
</file>